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64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9CB168-F4CF-485B-AF38-DC6DA354F5F8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D7D1E27-905D-4486-9999-422BA76C7E1D}">
      <dgm:prSet/>
      <dgm:spPr/>
      <dgm:t>
        <a:bodyPr/>
        <a:lstStyle/>
        <a:p>
          <a:r>
            <a:rPr lang="en-US"/>
            <a:t>Steps followed in Collab notebook:</a:t>
          </a:r>
        </a:p>
      </dgm:t>
    </dgm:pt>
    <dgm:pt modelId="{A7A81F27-E620-4CCC-9AD3-0A72E3AEC5FB}" type="parTrans" cxnId="{41A61597-E351-400A-BFB2-E5FA1BA9DE25}">
      <dgm:prSet/>
      <dgm:spPr/>
      <dgm:t>
        <a:bodyPr/>
        <a:lstStyle/>
        <a:p>
          <a:endParaRPr lang="en-US"/>
        </a:p>
      </dgm:t>
    </dgm:pt>
    <dgm:pt modelId="{BD1ED9F0-A045-4B8F-B4AF-536780ACF51E}" type="sibTrans" cxnId="{41A61597-E351-400A-BFB2-E5FA1BA9DE25}">
      <dgm:prSet/>
      <dgm:spPr/>
      <dgm:t>
        <a:bodyPr/>
        <a:lstStyle/>
        <a:p>
          <a:endParaRPr lang="en-US"/>
        </a:p>
      </dgm:t>
    </dgm:pt>
    <dgm:pt modelId="{0EEF25D0-182F-48C0-BCD9-F18D0C7F5411}">
      <dgm:prSet/>
      <dgm:spPr/>
      <dgm:t>
        <a:bodyPr/>
        <a:lstStyle/>
        <a:p>
          <a:r>
            <a:rPr lang="en-US"/>
            <a:t>Load &amp; prepare data from MIMIC-IV demo.</a:t>
          </a:r>
        </a:p>
      </dgm:t>
    </dgm:pt>
    <dgm:pt modelId="{951FE1AD-34C7-493F-91F5-D4EC415AADB7}" type="parTrans" cxnId="{927BE0A4-3D41-4C8F-8D62-CEB299993260}">
      <dgm:prSet/>
      <dgm:spPr/>
      <dgm:t>
        <a:bodyPr/>
        <a:lstStyle/>
        <a:p>
          <a:endParaRPr lang="en-US"/>
        </a:p>
      </dgm:t>
    </dgm:pt>
    <dgm:pt modelId="{258450C4-8B4E-47F1-985F-87CBAF9A5339}" type="sibTrans" cxnId="{927BE0A4-3D41-4C8F-8D62-CEB299993260}">
      <dgm:prSet/>
      <dgm:spPr/>
      <dgm:t>
        <a:bodyPr/>
        <a:lstStyle/>
        <a:p>
          <a:endParaRPr lang="en-US"/>
        </a:p>
      </dgm:t>
    </dgm:pt>
    <dgm:pt modelId="{4BA01215-47A6-4088-AB90-E2C77C5C1EEB}">
      <dgm:prSet/>
      <dgm:spPr/>
      <dgm:t>
        <a:bodyPr/>
        <a:lstStyle/>
        <a:p>
          <a:r>
            <a:rPr lang="en-US"/>
            <a:t>Concatenate patient demographics, admissions, diagnoses, and prescriptions. </a:t>
          </a:r>
        </a:p>
      </dgm:t>
    </dgm:pt>
    <dgm:pt modelId="{E4C37FB5-B03C-4F59-B59F-892991F045BE}" type="parTrans" cxnId="{A8EA9A4F-8F1E-4942-897A-8EBB17129C46}">
      <dgm:prSet/>
      <dgm:spPr/>
      <dgm:t>
        <a:bodyPr/>
        <a:lstStyle/>
        <a:p>
          <a:endParaRPr lang="en-US"/>
        </a:p>
      </dgm:t>
    </dgm:pt>
    <dgm:pt modelId="{CB2D4208-A990-48E6-AFEB-91C8B28E00B3}" type="sibTrans" cxnId="{A8EA9A4F-8F1E-4942-897A-8EBB17129C46}">
      <dgm:prSet/>
      <dgm:spPr/>
      <dgm:t>
        <a:bodyPr/>
        <a:lstStyle/>
        <a:p>
          <a:endParaRPr lang="en-US"/>
        </a:p>
      </dgm:t>
    </dgm:pt>
    <dgm:pt modelId="{1A029A87-FBAF-47D6-A6BE-2B1AFE7645AA}">
      <dgm:prSet/>
      <dgm:spPr/>
      <dgm:t>
        <a:bodyPr/>
        <a:lstStyle/>
        <a:p>
          <a:r>
            <a:rPr lang="en-US"/>
            <a:t>One-hot encode categorical features.</a:t>
          </a:r>
        </a:p>
      </dgm:t>
    </dgm:pt>
    <dgm:pt modelId="{22A49AD7-7F85-41A2-BE1A-17D87F87A422}" type="parTrans" cxnId="{C677938F-BDEE-4EEE-8A6D-8E8713BABF2B}">
      <dgm:prSet/>
      <dgm:spPr/>
      <dgm:t>
        <a:bodyPr/>
        <a:lstStyle/>
        <a:p>
          <a:endParaRPr lang="en-US"/>
        </a:p>
      </dgm:t>
    </dgm:pt>
    <dgm:pt modelId="{E6A27E9D-C4D0-4405-8076-7F38F70EC720}" type="sibTrans" cxnId="{C677938F-BDEE-4EEE-8A6D-8E8713BABF2B}">
      <dgm:prSet/>
      <dgm:spPr/>
      <dgm:t>
        <a:bodyPr/>
        <a:lstStyle/>
        <a:p>
          <a:endParaRPr lang="en-US"/>
        </a:p>
      </dgm:t>
    </dgm:pt>
    <dgm:pt modelId="{9DB868A9-DBF4-4DEE-A030-D7FDDA6EC43E}">
      <dgm:prSet/>
      <dgm:spPr/>
      <dgm:t>
        <a:bodyPr/>
        <a:lstStyle/>
        <a:p>
          <a:r>
            <a:rPr lang="en-US"/>
            <a:t>Set target = Aspirin prescription. </a:t>
          </a:r>
        </a:p>
      </dgm:t>
    </dgm:pt>
    <dgm:pt modelId="{A4129CBD-F22C-4327-BBFC-0D8CB406C86F}" type="parTrans" cxnId="{BE29868D-9956-4C28-9605-7547CAA3051C}">
      <dgm:prSet/>
      <dgm:spPr/>
      <dgm:t>
        <a:bodyPr/>
        <a:lstStyle/>
        <a:p>
          <a:endParaRPr lang="en-US"/>
        </a:p>
      </dgm:t>
    </dgm:pt>
    <dgm:pt modelId="{EE9374E0-2C73-4727-A169-8A80E5E15952}" type="sibTrans" cxnId="{BE29868D-9956-4C28-9605-7547CAA3051C}">
      <dgm:prSet/>
      <dgm:spPr/>
      <dgm:t>
        <a:bodyPr/>
        <a:lstStyle/>
        <a:p>
          <a:endParaRPr lang="en-US"/>
        </a:p>
      </dgm:t>
    </dgm:pt>
    <dgm:pt modelId="{DF43C05D-0012-44C4-95B6-CA24A385EA42}">
      <dgm:prSet/>
      <dgm:spPr/>
      <dgm:t>
        <a:bodyPr/>
        <a:lstStyle/>
        <a:p>
          <a:r>
            <a:rPr lang="en-US"/>
            <a:t>Train–test split. </a:t>
          </a:r>
        </a:p>
      </dgm:t>
    </dgm:pt>
    <dgm:pt modelId="{1EED79AD-2566-4BC1-8B3C-E2DC857F071D}" type="parTrans" cxnId="{19D7315D-5404-4816-83C1-E7708AA505F4}">
      <dgm:prSet/>
      <dgm:spPr/>
      <dgm:t>
        <a:bodyPr/>
        <a:lstStyle/>
        <a:p>
          <a:endParaRPr lang="en-US"/>
        </a:p>
      </dgm:t>
    </dgm:pt>
    <dgm:pt modelId="{3B2E1244-4CDF-46B1-A4FB-74B4BA4F2BFF}" type="sibTrans" cxnId="{19D7315D-5404-4816-83C1-E7708AA505F4}">
      <dgm:prSet/>
      <dgm:spPr/>
      <dgm:t>
        <a:bodyPr/>
        <a:lstStyle/>
        <a:p>
          <a:endParaRPr lang="en-US"/>
        </a:p>
      </dgm:t>
    </dgm:pt>
    <dgm:pt modelId="{1E2AB54F-58CF-4BAB-A24C-9754AC768A96}">
      <dgm:prSet/>
      <dgm:spPr/>
      <dgm:t>
        <a:bodyPr/>
        <a:lstStyle/>
        <a:p>
          <a:r>
            <a:rPr lang="en-US"/>
            <a:t>Train Random Forest Classifier.</a:t>
          </a:r>
        </a:p>
      </dgm:t>
    </dgm:pt>
    <dgm:pt modelId="{B5C1FB4E-614D-4E35-822A-95ADEB6F857B}" type="parTrans" cxnId="{EB75E819-2494-458C-9777-FCA922A9A5A6}">
      <dgm:prSet/>
      <dgm:spPr/>
      <dgm:t>
        <a:bodyPr/>
        <a:lstStyle/>
        <a:p>
          <a:endParaRPr lang="en-US"/>
        </a:p>
      </dgm:t>
    </dgm:pt>
    <dgm:pt modelId="{E0DCD59E-B0C3-417D-859D-247F0575F026}" type="sibTrans" cxnId="{EB75E819-2494-458C-9777-FCA922A9A5A6}">
      <dgm:prSet/>
      <dgm:spPr/>
      <dgm:t>
        <a:bodyPr/>
        <a:lstStyle/>
        <a:p>
          <a:endParaRPr lang="en-US"/>
        </a:p>
      </dgm:t>
    </dgm:pt>
    <dgm:pt modelId="{8BA0BAE0-A1B2-4D3D-8593-63B900AE6959}">
      <dgm:prSet/>
      <dgm:spPr/>
      <dgm:t>
        <a:bodyPr/>
        <a:lstStyle/>
        <a:p>
          <a:r>
            <a:rPr lang="en-US"/>
            <a:t>Evaluate with accuracy, precision, recall, F1, ROC</a:t>
          </a:r>
        </a:p>
      </dgm:t>
    </dgm:pt>
    <dgm:pt modelId="{67980A00-3EEA-448E-B8D8-7BD183EDB5C8}" type="parTrans" cxnId="{5DFABC74-28E7-4EC2-8B85-6F13783631CA}">
      <dgm:prSet/>
      <dgm:spPr/>
      <dgm:t>
        <a:bodyPr/>
        <a:lstStyle/>
        <a:p>
          <a:endParaRPr lang="en-US"/>
        </a:p>
      </dgm:t>
    </dgm:pt>
    <dgm:pt modelId="{DF96EF39-1CD7-4477-9C46-F2A53D673242}" type="sibTrans" cxnId="{5DFABC74-28E7-4EC2-8B85-6F13783631CA}">
      <dgm:prSet/>
      <dgm:spPr/>
      <dgm:t>
        <a:bodyPr/>
        <a:lstStyle/>
        <a:p>
          <a:endParaRPr lang="en-US"/>
        </a:p>
      </dgm:t>
    </dgm:pt>
    <dgm:pt modelId="{CF4DBC41-B354-4AA7-9AD7-2209E7417668}" type="pres">
      <dgm:prSet presAssocID="{A69CB168-F4CF-485B-AF38-DC6DA354F5F8}" presName="vert0" presStyleCnt="0">
        <dgm:presLayoutVars>
          <dgm:dir/>
          <dgm:animOne val="branch"/>
          <dgm:animLvl val="lvl"/>
        </dgm:presLayoutVars>
      </dgm:prSet>
      <dgm:spPr/>
    </dgm:pt>
    <dgm:pt modelId="{CC9CFE84-6AD7-4D3F-AD67-1905B4F11521}" type="pres">
      <dgm:prSet presAssocID="{1D7D1E27-905D-4486-9999-422BA76C7E1D}" presName="thickLine" presStyleLbl="alignNode1" presStyleIdx="0" presStyleCnt="8"/>
      <dgm:spPr/>
    </dgm:pt>
    <dgm:pt modelId="{8C62D078-6D53-4FFE-AA07-3FCB08A01A92}" type="pres">
      <dgm:prSet presAssocID="{1D7D1E27-905D-4486-9999-422BA76C7E1D}" presName="horz1" presStyleCnt="0"/>
      <dgm:spPr/>
    </dgm:pt>
    <dgm:pt modelId="{14706E12-9885-41EA-A098-D3A2E9B6F17C}" type="pres">
      <dgm:prSet presAssocID="{1D7D1E27-905D-4486-9999-422BA76C7E1D}" presName="tx1" presStyleLbl="revTx" presStyleIdx="0" presStyleCnt="8"/>
      <dgm:spPr/>
    </dgm:pt>
    <dgm:pt modelId="{083B98C1-A3D3-459A-BAB0-AE2BFC992A3A}" type="pres">
      <dgm:prSet presAssocID="{1D7D1E27-905D-4486-9999-422BA76C7E1D}" presName="vert1" presStyleCnt="0"/>
      <dgm:spPr/>
    </dgm:pt>
    <dgm:pt modelId="{C2CFF11A-55DC-4AE9-9A6F-8F6C9013E708}" type="pres">
      <dgm:prSet presAssocID="{0EEF25D0-182F-48C0-BCD9-F18D0C7F5411}" presName="thickLine" presStyleLbl="alignNode1" presStyleIdx="1" presStyleCnt="8"/>
      <dgm:spPr/>
    </dgm:pt>
    <dgm:pt modelId="{F6196991-EDE6-469B-A34D-B2C5547492F6}" type="pres">
      <dgm:prSet presAssocID="{0EEF25D0-182F-48C0-BCD9-F18D0C7F5411}" presName="horz1" presStyleCnt="0"/>
      <dgm:spPr/>
    </dgm:pt>
    <dgm:pt modelId="{42FA14BF-7331-48A7-A59C-867116CC645A}" type="pres">
      <dgm:prSet presAssocID="{0EEF25D0-182F-48C0-BCD9-F18D0C7F5411}" presName="tx1" presStyleLbl="revTx" presStyleIdx="1" presStyleCnt="8"/>
      <dgm:spPr/>
    </dgm:pt>
    <dgm:pt modelId="{BB9C9D55-225E-4516-AAEE-9E30349ACA74}" type="pres">
      <dgm:prSet presAssocID="{0EEF25D0-182F-48C0-BCD9-F18D0C7F5411}" presName="vert1" presStyleCnt="0"/>
      <dgm:spPr/>
    </dgm:pt>
    <dgm:pt modelId="{3648B6A3-30D5-47A6-9C63-6A268ADEACF7}" type="pres">
      <dgm:prSet presAssocID="{4BA01215-47A6-4088-AB90-E2C77C5C1EEB}" presName="thickLine" presStyleLbl="alignNode1" presStyleIdx="2" presStyleCnt="8"/>
      <dgm:spPr/>
    </dgm:pt>
    <dgm:pt modelId="{C0D01CAA-B5D6-46B9-BBE4-8E07F587269D}" type="pres">
      <dgm:prSet presAssocID="{4BA01215-47A6-4088-AB90-E2C77C5C1EEB}" presName="horz1" presStyleCnt="0"/>
      <dgm:spPr/>
    </dgm:pt>
    <dgm:pt modelId="{A196A6A5-D1A0-4835-AF31-C714BDE9DB1D}" type="pres">
      <dgm:prSet presAssocID="{4BA01215-47A6-4088-AB90-E2C77C5C1EEB}" presName="tx1" presStyleLbl="revTx" presStyleIdx="2" presStyleCnt="8"/>
      <dgm:spPr/>
    </dgm:pt>
    <dgm:pt modelId="{FB88F592-50DF-4C1D-8709-7B2D873A087A}" type="pres">
      <dgm:prSet presAssocID="{4BA01215-47A6-4088-AB90-E2C77C5C1EEB}" presName="vert1" presStyleCnt="0"/>
      <dgm:spPr/>
    </dgm:pt>
    <dgm:pt modelId="{AC09D410-3681-48C4-AC70-8AE14E97E8DD}" type="pres">
      <dgm:prSet presAssocID="{1A029A87-FBAF-47D6-A6BE-2B1AFE7645AA}" presName="thickLine" presStyleLbl="alignNode1" presStyleIdx="3" presStyleCnt="8"/>
      <dgm:spPr/>
    </dgm:pt>
    <dgm:pt modelId="{EDF05FA0-4C7F-4CBF-B11B-80E4AD49DC0D}" type="pres">
      <dgm:prSet presAssocID="{1A029A87-FBAF-47D6-A6BE-2B1AFE7645AA}" presName="horz1" presStyleCnt="0"/>
      <dgm:spPr/>
    </dgm:pt>
    <dgm:pt modelId="{22E9600B-1407-44CF-9135-2CB304EC4ECC}" type="pres">
      <dgm:prSet presAssocID="{1A029A87-FBAF-47D6-A6BE-2B1AFE7645AA}" presName="tx1" presStyleLbl="revTx" presStyleIdx="3" presStyleCnt="8"/>
      <dgm:spPr/>
    </dgm:pt>
    <dgm:pt modelId="{65B8F046-AB85-4F37-B57E-BFB9D1508207}" type="pres">
      <dgm:prSet presAssocID="{1A029A87-FBAF-47D6-A6BE-2B1AFE7645AA}" presName="vert1" presStyleCnt="0"/>
      <dgm:spPr/>
    </dgm:pt>
    <dgm:pt modelId="{C0BD4AC7-C3DA-4252-A1D6-47AD767A4402}" type="pres">
      <dgm:prSet presAssocID="{9DB868A9-DBF4-4DEE-A030-D7FDDA6EC43E}" presName="thickLine" presStyleLbl="alignNode1" presStyleIdx="4" presStyleCnt="8"/>
      <dgm:spPr/>
    </dgm:pt>
    <dgm:pt modelId="{39AB4957-A741-4C42-9966-471563C93D74}" type="pres">
      <dgm:prSet presAssocID="{9DB868A9-DBF4-4DEE-A030-D7FDDA6EC43E}" presName="horz1" presStyleCnt="0"/>
      <dgm:spPr/>
    </dgm:pt>
    <dgm:pt modelId="{D01D5051-C917-4895-AAFE-8B19CD50C85E}" type="pres">
      <dgm:prSet presAssocID="{9DB868A9-DBF4-4DEE-A030-D7FDDA6EC43E}" presName="tx1" presStyleLbl="revTx" presStyleIdx="4" presStyleCnt="8"/>
      <dgm:spPr/>
    </dgm:pt>
    <dgm:pt modelId="{A71166D8-C7AA-4B36-8045-4FF08109E1AC}" type="pres">
      <dgm:prSet presAssocID="{9DB868A9-DBF4-4DEE-A030-D7FDDA6EC43E}" presName="vert1" presStyleCnt="0"/>
      <dgm:spPr/>
    </dgm:pt>
    <dgm:pt modelId="{149E31DD-DFF7-414F-883D-5E49A1E68126}" type="pres">
      <dgm:prSet presAssocID="{DF43C05D-0012-44C4-95B6-CA24A385EA42}" presName="thickLine" presStyleLbl="alignNode1" presStyleIdx="5" presStyleCnt="8"/>
      <dgm:spPr/>
    </dgm:pt>
    <dgm:pt modelId="{38E4F39B-9256-4094-96C6-06A6DBFA5662}" type="pres">
      <dgm:prSet presAssocID="{DF43C05D-0012-44C4-95B6-CA24A385EA42}" presName="horz1" presStyleCnt="0"/>
      <dgm:spPr/>
    </dgm:pt>
    <dgm:pt modelId="{25307B71-17C2-4D71-843E-CBFDDDCCBB2D}" type="pres">
      <dgm:prSet presAssocID="{DF43C05D-0012-44C4-95B6-CA24A385EA42}" presName="tx1" presStyleLbl="revTx" presStyleIdx="5" presStyleCnt="8"/>
      <dgm:spPr/>
    </dgm:pt>
    <dgm:pt modelId="{24787F1F-B427-47C1-A06C-B93480083883}" type="pres">
      <dgm:prSet presAssocID="{DF43C05D-0012-44C4-95B6-CA24A385EA42}" presName="vert1" presStyleCnt="0"/>
      <dgm:spPr/>
    </dgm:pt>
    <dgm:pt modelId="{8079A4F1-179B-4559-A297-786E2FCAE278}" type="pres">
      <dgm:prSet presAssocID="{1E2AB54F-58CF-4BAB-A24C-9754AC768A96}" presName="thickLine" presStyleLbl="alignNode1" presStyleIdx="6" presStyleCnt="8"/>
      <dgm:spPr/>
    </dgm:pt>
    <dgm:pt modelId="{6A5C96FD-560D-44E8-84A6-C5033D1D3499}" type="pres">
      <dgm:prSet presAssocID="{1E2AB54F-58CF-4BAB-A24C-9754AC768A96}" presName="horz1" presStyleCnt="0"/>
      <dgm:spPr/>
    </dgm:pt>
    <dgm:pt modelId="{0C182435-FC7A-462D-A709-4A4F5053A698}" type="pres">
      <dgm:prSet presAssocID="{1E2AB54F-58CF-4BAB-A24C-9754AC768A96}" presName="tx1" presStyleLbl="revTx" presStyleIdx="6" presStyleCnt="8"/>
      <dgm:spPr/>
    </dgm:pt>
    <dgm:pt modelId="{4557828B-BB13-4A77-A39D-DAE4C96C1716}" type="pres">
      <dgm:prSet presAssocID="{1E2AB54F-58CF-4BAB-A24C-9754AC768A96}" presName="vert1" presStyleCnt="0"/>
      <dgm:spPr/>
    </dgm:pt>
    <dgm:pt modelId="{1F732346-71AC-4F14-809F-4E0B6870AE23}" type="pres">
      <dgm:prSet presAssocID="{8BA0BAE0-A1B2-4D3D-8593-63B900AE6959}" presName="thickLine" presStyleLbl="alignNode1" presStyleIdx="7" presStyleCnt="8"/>
      <dgm:spPr/>
    </dgm:pt>
    <dgm:pt modelId="{DAD6B2A2-3B77-4F13-9383-E2F9EA56723D}" type="pres">
      <dgm:prSet presAssocID="{8BA0BAE0-A1B2-4D3D-8593-63B900AE6959}" presName="horz1" presStyleCnt="0"/>
      <dgm:spPr/>
    </dgm:pt>
    <dgm:pt modelId="{BB952F2F-FD02-493D-910E-8FD242BF5DCA}" type="pres">
      <dgm:prSet presAssocID="{8BA0BAE0-A1B2-4D3D-8593-63B900AE6959}" presName="tx1" presStyleLbl="revTx" presStyleIdx="7" presStyleCnt="8"/>
      <dgm:spPr/>
    </dgm:pt>
    <dgm:pt modelId="{8075A1E3-4D25-4919-A8A2-520E728A3787}" type="pres">
      <dgm:prSet presAssocID="{8BA0BAE0-A1B2-4D3D-8593-63B900AE6959}" presName="vert1" presStyleCnt="0"/>
      <dgm:spPr/>
    </dgm:pt>
  </dgm:ptLst>
  <dgm:cxnLst>
    <dgm:cxn modelId="{CC675B0B-492E-460F-AD0F-9AA75F9F2018}" type="presOf" srcId="{8BA0BAE0-A1B2-4D3D-8593-63B900AE6959}" destId="{BB952F2F-FD02-493D-910E-8FD242BF5DCA}" srcOrd="0" destOrd="0" presId="urn:microsoft.com/office/officeart/2008/layout/LinedList"/>
    <dgm:cxn modelId="{EB75E819-2494-458C-9777-FCA922A9A5A6}" srcId="{A69CB168-F4CF-485B-AF38-DC6DA354F5F8}" destId="{1E2AB54F-58CF-4BAB-A24C-9754AC768A96}" srcOrd="6" destOrd="0" parTransId="{B5C1FB4E-614D-4E35-822A-95ADEB6F857B}" sibTransId="{E0DCD59E-B0C3-417D-859D-247F0575F026}"/>
    <dgm:cxn modelId="{19D7315D-5404-4816-83C1-E7708AA505F4}" srcId="{A69CB168-F4CF-485B-AF38-DC6DA354F5F8}" destId="{DF43C05D-0012-44C4-95B6-CA24A385EA42}" srcOrd="5" destOrd="0" parTransId="{1EED79AD-2566-4BC1-8B3C-E2DC857F071D}" sibTransId="{3B2E1244-4CDF-46B1-A4FB-74B4BA4F2BFF}"/>
    <dgm:cxn modelId="{D50F4367-7B10-4052-8879-A2A23FBFF159}" type="presOf" srcId="{DF43C05D-0012-44C4-95B6-CA24A385EA42}" destId="{25307B71-17C2-4D71-843E-CBFDDDCCBB2D}" srcOrd="0" destOrd="0" presId="urn:microsoft.com/office/officeart/2008/layout/LinedList"/>
    <dgm:cxn modelId="{908D2149-6704-42D2-8C99-DA43B66ABB78}" type="presOf" srcId="{9DB868A9-DBF4-4DEE-A030-D7FDDA6EC43E}" destId="{D01D5051-C917-4895-AAFE-8B19CD50C85E}" srcOrd="0" destOrd="0" presId="urn:microsoft.com/office/officeart/2008/layout/LinedList"/>
    <dgm:cxn modelId="{4237306D-EE79-4627-95C6-47530A4DC6E6}" type="presOf" srcId="{A69CB168-F4CF-485B-AF38-DC6DA354F5F8}" destId="{CF4DBC41-B354-4AA7-9AD7-2209E7417668}" srcOrd="0" destOrd="0" presId="urn:microsoft.com/office/officeart/2008/layout/LinedList"/>
    <dgm:cxn modelId="{A8EA9A4F-8F1E-4942-897A-8EBB17129C46}" srcId="{A69CB168-F4CF-485B-AF38-DC6DA354F5F8}" destId="{4BA01215-47A6-4088-AB90-E2C77C5C1EEB}" srcOrd="2" destOrd="0" parTransId="{E4C37FB5-B03C-4F59-B59F-892991F045BE}" sibTransId="{CB2D4208-A990-48E6-AFEB-91C8B28E00B3}"/>
    <dgm:cxn modelId="{5DFABC74-28E7-4EC2-8B85-6F13783631CA}" srcId="{A69CB168-F4CF-485B-AF38-DC6DA354F5F8}" destId="{8BA0BAE0-A1B2-4D3D-8593-63B900AE6959}" srcOrd="7" destOrd="0" parTransId="{67980A00-3EEA-448E-B8D8-7BD183EDB5C8}" sibTransId="{DF96EF39-1CD7-4477-9C46-F2A53D673242}"/>
    <dgm:cxn modelId="{09D4A375-15AE-4F74-B848-E447C7B49025}" type="presOf" srcId="{4BA01215-47A6-4088-AB90-E2C77C5C1EEB}" destId="{A196A6A5-D1A0-4835-AF31-C714BDE9DB1D}" srcOrd="0" destOrd="0" presId="urn:microsoft.com/office/officeart/2008/layout/LinedList"/>
    <dgm:cxn modelId="{4DA40D86-4458-4BA3-B2D1-C38604460EC6}" type="presOf" srcId="{0EEF25D0-182F-48C0-BCD9-F18D0C7F5411}" destId="{42FA14BF-7331-48A7-A59C-867116CC645A}" srcOrd="0" destOrd="0" presId="urn:microsoft.com/office/officeart/2008/layout/LinedList"/>
    <dgm:cxn modelId="{BE29868D-9956-4C28-9605-7547CAA3051C}" srcId="{A69CB168-F4CF-485B-AF38-DC6DA354F5F8}" destId="{9DB868A9-DBF4-4DEE-A030-D7FDDA6EC43E}" srcOrd="4" destOrd="0" parTransId="{A4129CBD-F22C-4327-BBFC-0D8CB406C86F}" sibTransId="{EE9374E0-2C73-4727-A169-8A80E5E15952}"/>
    <dgm:cxn modelId="{C677938F-BDEE-4EEE-8A6D-8E8713BABF2B}" srcId="{A69CB168-F4CF-485B-AF38-DC6DA354F5F8}" destId="{1A029A87-FBAF-47D6-A6BE-2B1AFE7645AA}" srcOrd="3" destOrd="0" parTransId="{22A49AD7-7F85-41A2-BE1A-17D87F87A422}" sibTransId="{E6A27E9D-C4D0-4405-8076-7F38F70EC720}"/>
    <dgm:cxn modelId="{41A61597-E351-400A-BFB2-E5FA1BA9DE25}" srcId="{A69CB168-F4CF-485B-AF38-DC6DA354F5F8}" destId="{1D7D1E27-905D-4486-9999-422BA76C7E1D}" srcOrd="0" destOrd="0" parTransId="{A7A81F27-E620-4CCC-9AD3-0A72E3AEC5FB}" sibTransId="{BD1ED9F0-A045-4B8F-B4AF-536780ACF51E}"/>
    <dgm:cxn modelId="{927BE0A4-3D41-4C8F-8D62-CEB299993260}" srcId="{A69CB168-F4CF-485B-AF38-DC6DA354F5F8}" destId="{0EEF25D0-182F-48C0-BCD9-F18D0C7F5411}" srcOrd="1" destOrd="0" parTransId="{951FE1AD-34C7-493F-91F5-D4EC415AADB7}" sibTransId="{258450C4-8B4E-47F1-985F-87CBAF9A5339}"/>
    <dgm:cxn modelId="{383760AB-18EC-417C-958C-66C130E5E27C}" type="presOf" srcId="{1A029A87-FBAF-47D6-A6BE-2B1AFE7645AA}" destId="{22E9600B-1407-44CF-9135-2CB304EC4ECC}" srcOrd="0" destOrd="0" presId="urn:microsoft.com/office/officeart/2008/layout/LinedList"/>
    <dgm:cxn modelId="{480AD4DE-C748-4A51-9627-F40B3513291E}" type="presOf" srcId="{1E2AB54F-58CF-4BAB-A24C-9754AC768A96}" destId="{0C182435-FC7A-462D-A709-4A4F5053A698}" srcOrd="0" destOrd="0" presId="urn:microsoft.com/office/officeart/2008/layout/LinedList"/>
    <dgm:cxn modelId="{5AF4FAF3-102D-4138-880A-3F63D3DF4CF9}" type="presOf" srcId="{1D7D1E27-905D-4486-9999-422BA76C7E1D}" destId="{14706E12-9885-41EA-A098-D3A2E9B6F17C}" srcOrd="0" destOrd="0" presId="urn:microsoft.com/office/officeart/2008/layout/LinedList"/>
    <dgm:cxn modelId="{17CFBA2B-AD51-47B8-BF06-B6E3A957A7E9}" type="presParOf" srcId="{CF4DBC41-B354-4AA7-9AD7-2209E7417668}" destId="{CC9CFE84-6AD7-4D3F-AD67-1905B4F11521}" srcOrd="0" destOrd="0" presId="urn:microsoft.com/office/officeart/2008/layout/LinedList"/>
    <dgm:cxn modelId="{EB99C02D-7A76-4D4F-8E18-AF39C9E8F75A}" type="presParOf" srcId="{CF4DBC41-B354-4AA7-9AD7-2209E7417668}" destId="{8C62D078-6D53-4FFE-AA07-3FCB08A01A92}" srcOrd="1" destOrd="0" presId="urn:microsoft.com/office/officeart/2008/layout/LinedList"/>
    <dgm:cxn modelId="{F69EC821-ED80-4E9F-987E-2EF363FB84BF}" type="presParOf" srcId="{8C62D078-6D53-4FFE-AA07-3FCB08A01A92}" destId="{14706E12-9885-41EA-A098-D3A2E9B6F17C}" srcOrd="0" destOrd="0" presId="urn:microsoft.com/office/officeart/2008/layout/LinedList"/>
    <dgm:cxn modelId="{261330AF-EA42-42A9-A276-CEF42870AB8F}" type="presParOf" srcId="{8C62D078-6D53-4FFE-AA07-3FCB08A01A92}" destId="{083B98C1-A3D3-459A-BAB0-AE2BFC992A3A}" srcOrd="1" destOrd="0" presId="urn:microsoft.com/office/officeart/2008/layout/LinedList"/>
    <dgm:cxn modelId="{3EBDB228-5D11-4E82-BBA4-8080B284A669}" type="presParOf" srcId="{CF4DBC41-B354-4AA7-9AD7-2209E7417668}" destId="{C2CFF11A-55DC-4AE9-9A6F-8F6C9013E708}" srcOrd="2" destOrd="0" presId="urn:microsoft.com/office/officeart/2008/layout/LinedList"/>
    <dgm:cxn modelId="{33244A91-0737-4DAF-AB08-CEEC5D2D0666}" type="presParOf" srcId="{CF4DBC41-B354-4AA7-9AD7-2209E7417668}" destId="{F6196991-EDE6-469B-A34D-B2C5547492F6}" srcOrd="3" destOrd="0" presId="urn:microsoft.com/office/officeart/2008/layout/LinedList"/>
    <dgm:cxn modelId="{5DDFA2FF-84FD-4B96-91C3-515F7882D5EF}" type="presParOf" srcId="{F6196991-EDE6-469B-A34D-B2C5547492F6}" destId="{42FA14BF-7331-48A7-A59C-867116CC645A}" srcOrd="0" destOrd="0" presId="urn:microsoft.com/office/officeart/2008/layout/LinedList"/>
    <dgm:cxn modelId="{7959A958-A225-4596-9E8C-72AC0D329FF2}" type="presParOf" srcId="{F6196991-EDE6-469B-A34D-B2C5547492F6}" destId="{BB9C9D55-225E-4516-AAEE-9E30349ACA74}" srcOrd="1" destOrd="0" presId="urn:microsoft.com/office/officeart/2008/layout/LinedList"/>
    <dgm:cxn modelId="{01E4DA01-E5C6-4BCE-823A-FE5FE79E0255}" type="presParOf" srcId="{CF4DBC41-B354-4AA7-9AD7-2209E7417668}" destId="{3648B6A3-30D5-47A6-9C63-6A268ADEACF7}" srcOrd="4" destOrd="0" presId="urn:microsoft.com/office/officeart/2008/layout/LinedList"/>
    <dgm:cxn modelId="{AFBE8C02-236A-4386-A008-D560AE4060B3}" type="presParOf" srcId="{CF4DBC41-B354-4AA7-9AD7-2209E7417668}" destId="{C0D01CAA-B5D6-46B9-BBE4-8E07F587269D}" srcOrd="5" destOrd="0" presId="urn:microsoft.com/office/officeart/2008/layout/LinedList"/>
    <dgm:cxn modelId="{B42272F9-FCA2-49B5-98BA-59CFC191CE02}" type="presParOf" srcId="{C0D01CAA-B5D6-46B9-BBE4-8E07F587269D}" destId="{A196A6A5-D1A0-4835-AF31-C714BDE9DB1D}" srcOrd="0" destOrd="0" presId="urn:microsoft.com/office/officeart/2008/layout/LinedList"/>
    <dgm:cxn modelId="{AF76B9B3-5986-40A9-92F1-97AE4DA107B9}" type="presParOf" srcId="{C0D01CAA-B5D6-46B9-BBE4-8E07F587269D}" destId="{FB88F592-50DF-4C1D-8709-7B2D873A087A}" srcOrd="1" destOrd="0" presId="urn:microsoft.com/office/officeart/2008/layout/LinedList"/>
    <dgm:cxn modelId="{69EA625B-B43E-40C6-A46D-7EC6095D61FB}" type="presParOf" srcId="{CF4DBC41-B354-4AA7-9AD7-2209E7417668}" destId="{AC09D410-3681-48C4-AC70-8AE14E97E8DD}" srcOrd="6" destOrd="0" presId="urn:microsoft.com/office/officeart/2008/layout/LinedList"/>
    <dgm:cxn modelId="{2CC0927F-F64C-464B-A123-F724C366B2E3}" type="presParOf" srcId="{CF4DBC41-B354-4AA7-9AD7-2209E7417668}" destId="{EDF05FA0-4C7F-4CBF-B11B-80E4AD49DC0D}" srcOrd="7" destOrd="0" presId="urn:microsoft.com/office/officeart/2008/layout/LinedList"/>
    <dgm:cxn modelId="{556B20A3-09F9-4198-84A7-6DFAC69A0E55}" type="presParOf" srcId="{EDF05FA0-4C7F-4CBF-B11B-80E4AD49DC0D}" destId="{22E9600B-1407-44CF-9135-2CB304EC4ECC}" srcOrd="0" destOrd="0" presId="urn:microsoft.com/office/officeart/2008/layout/LinedList"/>
    <dgm:cxn modelId="{800A1BF9-E0A9-4EC2-9B0E-C68C7B0C7706}" type="presParOf" srcId="{EDF05FA0-4C7F-4CBF-B11B-80E4AD49DC0D}" destId="{65B8F046-AB85-4F37-B57E-BFB9D1508207}" srcOrd="1" destOrd="0" presId="urn:microsoft.com/office/officeart/2008/layout/LinedList"/>
    <dgm:cxn modelId="{8E9CC577-73FB-4985-BA02-E8A5D2AB6A05}" type="presParOf" srcId="{CF4DBC41-B354-4AA7-9AD7-2209E7417668}" destId="{C0BD4AC7-C3DA-4252-A1D6-47AD767A4402}" srcOrd="8" destOrd="0" presId="urn:microsoft.com/office/officeart/2008/layout/LinedList"/>
    <dgm:cxn modelId="{3410C077-F352-459E-8E17-81C6238768D0}" type="presParOf" srcId="{CF4DBC41-B354-4AA7-9AD7-2209E7417668}" destId="{39AB4957-A741-4C42-9966-471563C93D74}" srcOrd="9" destOrd="0" presId="urn:microsoft.com/office/officeart/2008/layout/LinedList"/>
    <dgm:cxn modelId="{27DB490D-0834-41F4-8CAE-558BD20380DA}" type="presParOf" srcId="{39AB4957-A741-4C42-9966-471563C93D74}" destId="{D01D5051-C917-4895-AAFE-8B19CD50C85E}" srcOrd="0" destOrd="0" presId="urn:microsoft.com/office/officeart/2008/layout/LinedList"/>
    <dgm:cxn modelId="{28A90017-B0A1-49D6-9E24-2BD829D70F44}" type="presParOf" srcId="{39AB4957-A741-4C42-9966-471563C93D74}" destId="{A71166D8-C7AA-4B36-8045-4FF08109E1AC}" srcOrd="1" destOrd="0" presId="urn:microsoft.com/office/officeart/2008/layout/LinedList"/>
    <dgm:cxn modelId="{F295345F-5A68-4466-A602-45D337C4639A}" type="presParOf" srcId="{CF4DBC41-B354-4AA7-9AD7-2209E7417668}" destId="{149E31DD-DFF7-414F-883D-5E49A1E68126}" srcOrd="10" destOrd="0" presId="urn:microsoft.com/office/officeart/2008/layout/LinedList"/>
    <dgm:cxn modelId="{EEF589AA-2B2B-4D50-AF0A-BC343ED3AC90}" type="presParOf" srcId="{CF4DBC41-B354-4AA7-9AD7-2209E7417668}" destId="{38E4F39B-9256-4094-96C6-06A6DBFA5662}" srcOrd="11" destOrd="0" presId="urn:microsoft.com/office/officeart/2008/layout/LinedList"/>
    <dgm:cxn modelId="{A5F4FD1B-CA08-4D43-8ACF-F68AC8D58041}" type="presParOf" srcId="{38E4F39B-9256-4094-96C6-06A6DBFA5662}" destId="{25307B71-17C2-4D71-843E-CBFDDDCCBB2D}" srcOrd="0" destOrd="0" presId="urn:microsoft.com/office/officeart/2008/layout/LinedList"/>
    <dgm:cxn modelId="{C79815D7-A616-429D-9DC1-E3BD7214FBA4}" type="presParOf" srcId="{38E4F39B-9256-4094-96C6-06A6DBFA5662}" destId="{24787F1F-B427-47C1-A06C-B93480083883}" srcOrd="1" destOrd="0" presId="urn:microsoft.com/office/officeart/2008/layout/LinedList"/>
    <dgm:cxn modelId="{8A0C25D2-AB15-434D-937B-C58CDF15A50E}" type="presParOf" srcId="{CF4DBC41-B354-4AA7-9AD7-2209E7417668}" destId="{8079A4F1-179B-4559-A297-786E2FCAE278}" srcOrd="12" destOrd="0" presId="urn:microsoft.com/office/officeart/2008/layout/LinedList"/>
    <dgm:cxn modelId="{DF0BD68D-8AD5-4AE1-99CA-DD8E085C429B}" type="presParOf" srcId="{CF4DBC41-B354-4AA7-9AD7-2209E7417668}" destId="{6A5C96FD-560D-44E8-84A6-C5033D1D3499}" srcOrd="13" destOrd="0" presId="urn:microsoft.com/office/officeart/2008/layout/LinedList"/>
    <dgm:cxn modelId="{EF35A9E1-BC2A-4E75-B90F-EA8FC9224BB8}" type="presParOf" srcId="{6A5C96FD-560D-44E8-84A6-C5033D1D3499}" destId="{0C182435-FC7A-462D-A709-4A4F5053A698}" srcOrd="0" destOrd="0" presId="urn:microsoft.com/office/officeart/2008/layout/LinedList"/>
    <dgm:cxn modelId="{AC1C8E93-63C0-4671-94E1-85D4E6B30673}" type="presParOf" srcId="{6A5C96FD-560D-44E8-84A6-C5033D1D3499}" destId="{4557828B-BB13-4A77-A39D-DAE4C96C1716}" srcOrd="1" destOrd="0" presId="urn:microsoft.com/office/officeart/2008/layout/LinedList"/>
    <dgm:cxn modelId="{149799CD-0C9A-4A98-A700-0DACA5CF61AE}" type="presParOf" srcId="{CF4DBC41-B354-4AA7-9AD7-2209E7417668}" destId="{1F732346-71AC-4F14-809F-4E0B6870AE23}" srcOrd="14" destOrd="0" presId="urn:microsoft.com/office/officeart/2008/layout/LinedList"/>
    <dgm:cxn modelId="{9AD2F181-B681-477F-A91D-D9EF7E2DE837}" type="presParOf" srcId="{CF4DBC41-B354-4AA7-9AD7-2209E7417668}" destId="{DAD6B2A2-3B77-4F13-9383-E2F9EA56723D}" srcOrd="15" destOrd="0" presId="urn:microsoft.com/office/officeart/2008/layout/LinedList"/>
    <dgm:cxn modelId="{98A5DE11-8255-4AF5-A53E-6A565B1AC4F0}" type="presParOf" srcId="{DAD6B2A2-3B77-4F13-9383-E2F9EA56723D}" destId="{BB952F2F-FD02-493D-910E-8FD242BF5DCA}" srcOrd="0" destOrd="0" presId="urn:microsoft.com/office/officeart/2008/layout/LinedList"/>
    <dgm:cxn modelId="{59871BCE-23C7-45B0-967A-025900F4544F}" type="presParOf" srcId="{DAD6B2A2-3B77-4F13-9383-E2F9EA56723D}" destId="{8075A1E3-4D25-4919-A8A2-520E728A378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0577EB-4775-4EA0-AD21-88909BD9B60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FD8C728-BA2B-4616-9D19-73F4107A1E5A}">
      <dgm:prSet/>
      <dgm:spPr/>
      <dgm:t>
        <a:bodyPr/>
        <a:lstStyle/>
        <a:p>
          <a:r>
            <a:rPr lang="en-US"/>
            <a:t>KGDNet integrates EHR data with medical knowledge graphs.</a:t>
          </a:r>
        </a:p>
      </dgm:t>
    </dgm:pt>
    <dgm:pt modelId="{BAC40143-1E91-4745-B0C4-F95C4F18D304}" type="parTrans" cxnId="{1237FB31-8BA5-4B5A-AAF9-5F5F193E4D57}">
      <dgm:prSet/>
      <dgm:spPr/>
      <dgm:t>
        <a:bodyPr/>
        <a:lstStyle/>
        <a:p>
          <a:endParaRPr lang="en-US"/>
        </a:p>
      </dgm:t>
    </dgm:pt>
    <dgm:pt modelId="{069F3749-2D5E-4389-97CF-64B587C690F7}" type="sibTrans" cxnId="{1237FB31-8BA5-4B5A-AAF9-5F5F193E4D57}">
      <dgm:prSet/>
      <dgm:spPr/>
      <dgm:t>
        <a:bodyPr/>
        <a:lstStyle/>
        <a:p>
          <a:endParaRPr lang="en-US"/>
        </a:p>
      </dgm:t>
    </dgm:pt>
    <dgm:pt modelId="{B4DD7C9A-49EF-4C67-8DF2-E5C50B2100AE}">
      <dgm:prSet/>
      <dgm:spPr/>
      <dgm:t>
        <a:bodyPr/>
        <a:lstStyle/>
        <a:p>
          <a:r>
            <a:rPr lang="en-US"/>
            <a:t>Uses GRU with attention for temporal learning.</a:t>
          </a:r>
        </a:p>
      </dgm:t>
    </dgm:pt>
    <dgm:pt modelId="{91C13D10-F71F-4969-8609-E1B3F8BBF61F}" type="parTrans" cxnId="{B067428D-B033-4243-9521-C12548C5DCFB}">
      <dgm:prSet/>
      <dgm:spPr/>
      <dgm:t>
        <a:bodyPr/>
        <a:lstStyle/>
        <a:p>
          <a:endParaRPr lang="en-US"/>
        </a:p>
      </dgm:t>
    </dgm:pt>
    <dgm:pt modelId="{248D9364-7B4C-44C3-B159-9749F1BCF947}" type="sibTrans" cxnId="{B067428D-B033-4243-9521-C12548C5DCFB}">
      <dgm:prSet/>
      <dgm:spPr/>
      <dgm:t>
        <a:bodyPr/>
        <a:lstStyle/>
        <a:p>
          <a:endParaRPr lang="en-US"/>
        </a:p>
      </dgm:t>
    </dgm:pt>
    <dgm:pt modelId="{8849190A-DFD0-40BF-8A0D-957B0BEFB228}">
      <dgm:prSet/>
      <dgm:spPr/>
      <dgm:t>
        <a:bodyPr/>
        <a:lstStyle/>
        <a:p>
          <a:r>
            <a:rPr lang="en-US"/>
            <a:t>Uses Graph Neural Networks for relational learning.</a:t>
          </a:r>
        </a:p>
      </dgm:t>
    </dgm:pt>
    <dgm:pt modelId="{B88F2C25-A930-4054-86E8-797FA55E061A}" type="parTrans" cxnId="{4CAA0B5C-A560-402E-898B-ED86C885B799}">
      <dgm:prSet/>
      <dgm:spPr/>
      <dgm:t>
        <a:bodyPr/>
        <a:lstStyle/>
        <a:p>
          <a:endParaRPr lang="en-US"/>
        </a:p>
      </dgm:t>
    </dgm:pt>
    <dgm:pt modelId="{318E3830-023E-4ED0-9EF3-8A05508DA4A8}" type="sibTrans" cxnId="{4CAA0B5C-A560-402E-898B-ED86C885B799}">
      <dgm:prSet/>
      <dgm:spPr/>
      <dgm:t>
        <a:bodyPr/>
        <a:lstStyle/>
        <a:p>
          <a:endParaRPr lang="en-US"/>
        </a:p>
      </dgm:t>
    </dgm:pt>
    <dgm:pt modelId="{22630E2F-BBCE-492C-9E08-59D5E07BA558}">
      <dgm:prSet/>
      <dgm:spPr/>
      <dgm:t>
        <a:bodyPr/>
        <a:lstStyle/>
        <a:p>
          <a:r>
            <a:rPr lang="en-US"/>
            <a:t>Goal: Accurate and safer medicine recommendation.</a:t>
          </a:r>
        </a:p>
      </dgm:t>
    </dgm:pt>
    <dgm:pt modelId="{E62E9E49-31B9-4B3D-89C3-51D28D93B266}" type="parTrans" cxnId="{0B228858-02B5-401C-8791-5592990F1DB8}">
      <dgm:prSet/>
      <dgm:spPr/>
      <dgm:t>
        <a:bodyPr/>
        <a:lstStyle/>
        <a:p>
          <a:endParaRPr lang="en-US"/>
        </a:p>
      </dgm:t>
    </dgm:pt>
    <dgm:pt modelId="{E08530A7-AFE0-40CF-8B1E-C6DE0F3EF213}" type="sibTrans" cxnId="{0B228858-02B5-401C-8791-5592990F1DB8}">
      <dgm:prSet/>
      <dgm:spPr/>
      <dgm:t>
        <a:bodyPr/>
        <a:lstStyle/>
        <a:p>
          <a:endParaRPr lang="en-US"/>
        </a:p>
      </dgm:t>
    </dgm:pt>
    <dgm:pt modelId="{B4CEF307-741C-42DD-A7FD-D34A7B892ABE}" type="pres">
      <dgm:prSet presAssocID="{860577EB-4775-4EA0-AD21-88909BD9B600}" presName="linear" presStyleCnt="0">
        <dgm:presLayoutVars>
          <dgm:animLvl val="lvl"/>
          <dgm:resizeHandles val="exact"/>
        </dgm:presLayoutVars>
      </dgm:prSet>
      <dgm:spPr/>
    </dgm:pt>
    <dgm:pt modelId="{75BB39A4-E29A-46CB-B64A-3522D5BD3D3E}" type="pres">
      <dgm:prSet presAssocID="{7FD8C728-BA2B-4616-9D19-73F4107A1E5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1188C26-FCBD-4A36-A509-D0E61CE2DEA6}" type="pres">
      <dgm:prSet presAssocID="{069F3749-2D5E-4389-97CF-64B587C690F7}" presName="spacer" presStyleCnt="0"/>
      <dgm:spPr/>
    </dgm:pt>
    <dgm:pt modelId="{97FB72CC-E02E-4300-BB46-20C29D3014E3}" type="pres">
      <dgm:prSet presAssocID="{B4DD7C9A-49EF-4C67-8DF2-E5C50B2100A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F63B354-630C-4528-8452-DB6772644CB0}" type="pres">
      <dgm:prSet presAssocID="{248D9364-7B4C-44C3-B159-9749F1BCF947}" presName="spacer" presStyleCnt="0"/>
      <dgm:spPr/>
    </dgm:pt>
    <dgm:pt modelId="{114A5F66-7B81-47C2-AFF9-4F40F96B2845}" type="pres">
      <dgm:prSet presAssocID="{8849190A-DFD0-40BF-8A0D-957B0BEFB22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E415C5E-E18A-4F2C-A484-0482A2690D59}" type="pres">
      <dgm:prSet presAssocID="{318E3830-023E-4ED0-9EF3-8A05508DA4A8}" presName="spacer" presStyleCnt="0"/>
      <dgm:spPr/>
    </dgm:pt>
    <dgm:pt modelId="{2EE47A66-435A-46EC-86FF-E00F7A00840F}" type="pres">
      <dgm:prSet presAssocID="{22630E2F-BBCE-492C-9E08-59D5E07BA55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237FB31-8BA5-4B5A-AAF9-5F5F193E4D57}" srcId="{860577EB-4775-4EA0-AD21-88909BD9B600}" destId="{7FD8C728-BA2B-4616-9D19-73F4107A1E5A}" srcOrd="0" destOrd="0" parTransId="{BAC40143-1E91-4745-B0C4-F95C4F18D304}" sibTransId="{069F3749-2D5E-4389-97CF-64B587C690F7}"/>
    <dgm:cxn modelId="{4CAA0B5C-A560-402E-898B-ED86C885B799}" srcId="{860577EB-4775-4EA0-AD21-88909BD9B600}" destId="{8849190A-DFD0-40BF-8A0D-957B0BEFB228}" srcOrd="2" destOrd="0" parTransId="{B88F2C25-A930-4054-86E8-797FA55E061A}" sibTransId="{318E3830-023E-4ED0-9EF3-8A05508DA4A8}"/>
    <dgm:cxn modelId="{2B66F755-4C2D-484C-B0B4-2E199D8E00BB}" type="presOf" srcId="{22630E2F-BBCE-492C-9E08-59D5E07BA558}" destId="{2EE47A66-435A-46EC-86FF-E00F7A00840F}" srcOrd="0" destOrd="0" presId="urn:microsoft.com/office/officeart/2005/8/layout/vList2"/>
    <dgm:cxn modelId="{D6F1D256-38B7-46A2-8A5C-D6842B227384}" type="presOf" srcId="{B4DD7C9A-49EF-4C67-8DF2-E5C50B2100AE}" destId="{97FB72CC-E02E-4300-BB46-20C29D3014E3}" srcOrd="0" destOrd="0" presId="urn:microsoft.com/office/officeart/2005/8/layout/vList2"/>
    <dgm:cxn modelId="{0B228858-02B5-401C-8791-5592990F1DB8}" srcId="{860577EB-4775-4EA0-AD21-88909BD9B600}" destId="{22630E2F-BBCE-492C-9E08-59D5E07BA558}" srcOrd="3" destOrd="0" parTransId="{E62E9E49-31B9-4B3D-89C3-51D28D93B266}" sibTransId="{E08530A7-AFE0-40CF-8B1E-C6DE0F3EF213}"/>
    <dgm:cxn modelId="{B067428D-B033-4243-9521-C12548C5DCFB}" srcId="{860577EB-4775-4EA0-AD21-88909BD9B600}" destId="{B4DD7C9A-49EF-4C67-8DF2-E5C50B2100AE}" srcOrd="1" destOrd="0" parTransId="{91C13D10-F71F-4969-8609-E1B3F8BBF61F}" sibTransId="{248D9364-7B4C-44C3-B159-9749F1BCF947}"/>
    <dgm:cxn modelId="{7C362FBA-3A06-4615-9E28-1F13C1E4A777}" type="presOf" srcId="{860577EB-4775-4EA0-AD21-88909BD9B600}" destId="{B4CEF307-741C-42DD-A7FD-D34A7B892ABE}" srcOrd="0" destOrd="0" presId="urn:microsoft.com/office/officeart/2005/8/layout/vList2"/>
    <dgm:cxn modelId="{929FE7C0-6CCB-48E7-B09C-8497C255DB46}" type="presOf" srcId="{8849190A-DFD0-40BF-8A0D-957B0BEFB228}" destId="{114A5F66-7B81-47C2-AFF9-4F40F96B2845}" srcOrd="0" destOrd="0" presId="urn:microsoft.com/office/officeart/2005/8/layout/vList2"/>
    <dgm:cxn modelId="{66E337F2-95CB-4838-8A00-A46EEBBFF4F5}" type="presOf" srcId="{7FD8C728-BA2B-4616-9D19-73F4107A1E5A}" destId="{75BB39A4-E29A-46CB-B64A-3522D5BD3D3E}" srcOrd="0" destOrd="0" presId="urn:microsoft.com/office/officeart/2005/8/layout/vList2"/>
    <dgm:cxn modelId="{D1E099EF-D099-4F15-BDD4-933F031A3AA5}" type="presParOf" srcId="{B4CEF307-741C-42DD-A7FD-D34A7B892ABE}" destId="{75BB39A4-E29A-46CB-B64A-3522D5BD3D3E}" srcOrd="0" destOrd="0" presId="urn:microsoft.com/office/officeart/2005/8/layout/vList2"/>
    <dgm:cxn modelId="{B4C8B420-5F85-46DC-A74B-FB7B0D1310B0}" type="presParOf" srcId="{B4CEF307-741C-42DD-A7FD-D34A7B892ABE}" destId="{61188C26-FCBD-4A36-A509-D0E61CE2DEA6}" srcOrd="1" destOrd="0" presId="urn:microsoft.com/office/officeart/2005/8/layout/vList2"/>
    <dgm:cxn modelId="{C9A0A02B-D979-4D9A-8B95-A3CBA6B97C15}" type="presParOf" srcId="{B4CEF307-741C-42DD-A7FD-D34A7B892ABE}" destId="{97FB72CC-E02E-4300-BB46-20C29D3014E3}" srcOrd="2" destOrd="0" presId="urn:microsoft.com/office/officeart/2005/8/layout/vList2"/>
    <dgm:cxn modelId="{0F86E1B3-19DF-48D5-A3FA-0776518914CA}" type="presParOf" srcId="{B4CEF307-741C-42DD-A7FD-D34A7B892ABE}" destId="{3F63B354-630C-4528-8452-DB6772644CB0}" srcOrd="3" destOrd="0" presId="urn:microsoft.com/office/officeart/2005/8/layout/vList2"/>
    <dgm:cxn modelId="{ADB8F032-ECF8-4D5F-A695-8E494BCCC14C}" type="presParOf" srcId="{B4CEF307-741C-42DD-A7FD-D34A7B892ABE}" destId="{114A5F66-7B81-47C2-AFF9-4F40F96B2845}" srcOrd="4" destOrd="0" presId="urn:microsoft.com/office/officeart/2005/8/layout/vList2"/>
    <dgm:cxn modelId="{147E9E9C-D57C-4587-A7A9-6158CCA689C0}" type="presParOf" srcId="{B4CEF307-741C-42DD-A7FD-D34A7B892ABE}" destId="{7E415C5E-E18A-4F2C-A484-0482A2690D59}" srcOrd="5" destOrd="0" presId="urn:microsoft.com/office/officeart/2005/8/layout/vList2"/>
    <dgm:cxn modelId="{37018867-39B2-4D8F-9411-57D1BB7100FD}" type="presParOf" srcId="{B4CEF307-741C-42DD-A7FD-D34A7B892ABE}" destId="{2EE47A66-435A-46EC-86FF-E00F7A00840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C10C12-F66E-450F-97A3-D1DA07C8275C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BE9EB1E-C49B-4110-A138-3C3C23D946E3}">
      <dgm:prSet/>
      <dgm:spPr/>
      <dgm:t>
        <a:bodyPr/>
        <a:lstStyle/>
        <a:p>
          <a:r>
            <a:rPr lang="en-US"/>
            <a:t>1. Patient visit sequences (EHR)</a:t>
          </a:r>
        </a:p>
      </dgm:t>
    </dgm:pt>
    <dgm:pt modelId="{E039BDF5-F5F4-466E-B6EF-33FB392E5617}" type="parTrans" cxnId="{FDD265E0-A0FE-44CE-905C-66DB9E229D1D}">
      <dgm:prSet/>
      <dgm:spPr/>
      <dgm:t>
        <a:bodyPr/>
        <a:lstStyle/>
        <a:p>
          <a:endParaRPr lang="en-US"/>
        </a:p>
      </dgm:t>
    </dgm:pt>
    <dgm:pt modelId="{74E78154-8549-4ABA-B636-E2D0B24A408C}" type="sibTrans" cxnId="{FDD265E0-A0FE-44CE-905C-66DB9E229D1D}">
      <dgm:prSet/>
      <dgm:spPr/>
      <dgm:t>
        <a:bodyPr/>
        <a:lstStyle/>
        <a:p>
          <a:endParaRPr lang="en-US"/>
        </a:p>
      </dgm:t>
    </dgm:pt>
    <dgm:pt modelId="{5895292E-97C3-4DA0-9B20-E832C9E0534C}">
      <dgm:prSet/>
      <dgm:spPr/>
      <dgm:t>
        <a:bodyPr/>
        <a:lstStyle/>
        <a:p>
          <a:r>
            <a:rPr lang="en-US"/>
            <a:t>2. Knowledge Graphs (Drugs, Diseases, Symptoms, DDI)</a:t>
          </a:r>
        </a:p>
      </dgm:t>
    </dgm:pt>
    <dgm:pt modelId="{231DBF40-7ABC-4544-84CA-4E3BCC7D7AE8}" type="parTrans" cxnId="{E5B052E3-87BD-468D-84FC-A54A2721DF76}">
      <dgm:prSet/>
      <dgm:spPr/>
      <dgm:t>
        <a:bodyPr/>
        <a:lstStyle/>
        <a:p>
          <a:endParaRPr lang="en-US"/>
        </a:p>
      </dgm:t>
    </dgm:pt>
    <dgm:pt modelId="{D0FE1F2A-C800-417F-8288-5F60797C3F1A}" type="sibTrans" cxnId="{E5B052E3-87BD-468D-84FC-A54A2721DF76}">
      <dgm:prSet/>
      <dgm:spPr/>
      <dgm:t>
        <a:bodyPr/>
        <a:lstStyle/>
        <a:p>
          <a:endParaRPr lang="en-US"/>
        </a:p>
      </dgm:t>
    </dgm:pt>
    <dgm:pt modelId="{7673E472-D82A-4067-9A3C-D85BEDC74C54}">
      <dgm:prSet/>
      <dgm:spPr/>
      <dgm:t>
        <a:bodyPr/>
        <a:lstStyle/>
        <a:p>
          <a:r>
            <a:rPr lang="en-US"/>
            <a:t>3. GRU + Attention mechanism</a:t>
          </a:r>
        </a:p>
      </dgm:t>
    </dgm:pt>
    <dgm:pt modelId="{68071CFC-205D-4D42-9AF8-9802A40AC953}" type="parTrans" cxnId="{2EBBBC8D-68CA-42D6-B74F-D5C4C9CDDCCD}">
      <dgm:prSet/>
      <dgm:spPr/>
      <dgm:t>
        <a:bodyPr/>
        <a:lstStyle/>
        <a:p>
          <a:endParaRPr lang="en-US"/>
        </a:p>
      </dgm:t>
    </dgm:pt>
    <dgm:pt modelId="{905B0164-7373-4D58-AF05-377A1F52292A}" type="sibTrans" cxnId="{2EBBBC8D-68CA-42D6-B74F-D5C4C9CDDCCD}">
      <dgm:prSet/>
      <dgm:spPr/>
      <dgm:t>
        <a:bodyPr/>
        <a:lstStyle/>
        <a:p>
          <a:endParaRPr lang="en-US"/>
        </a:p>
      </dgm:t>
    </dgm:pt>
    <dgm:pt modelId="{524ABB76-EE8C-4A5D-AD42-95014455A1F6}">
      <dgm:prSet/>
      <dgm:spPr/>
      <dgm:t>
        <a:bodyPr/>
        <a:lstStyle/>
        <a:p>
          <a:r>
            <a:rPr lang="en-US"/>
            <a:t>4. Graph Neural Network (GNN)</a:t>
          </a:r>
        </a:p>
      </dgm:t>
    </dgm:pt>
    <dgm:pt modelId="{263567C8-F83D-4D6A-A0B1-B7D17107F39F}" type="parTrans" cxnId="{DE2941BB-D35F-47E7-9263-ACA0738D96BB}">
      <dgm:prSet/>
      <dgm:spPr/>
      <dgm:t>
        <a:bodyPr/>
        <a:lstStyle/>
        <a:p>
          <a:endParaRPr lang="en-US"/>
        </a:p>
      </dgm:t>
    </dgm:pt>
    <dgm:pt modelId="{22621004-A416-4404-B656-56B16F7E8D7F}" type="sibTrans" cxnId="{DE2941BB-D35F-47E7-9263-ACA0738D96BB}">
      <dgm:prSet/>
      <dgm:spPr/>
      <dgm:t>
        <a:bodyPr/>
        <a:lstStyle/>
        <a:p>
          <a:endParaRPr lang="en-US"/>
        </a:p>
      </dgm:t>
    </dgm:pt>
    <dgm:pt modelId="{15E2D44B-5C9B-45E5-8953-8DF3D7D564D8}">
      <dgm:prSet/>
      <dgm:spPr/>
      <dgm:t>
        <a:bodyPr/>
        <a:lstStyle/>
        <a:p>
          <a:r>
            <a:rPr lang="en-US"/>
            <a:t>5. Medicine prediction layer</a:t>
          </a:r>
        </a:p>
      </dgm:t>
    </dgm:pt>
    <dgm:pt modelId="{345529DA-D4FB-4CA1-AD00-3E9E5BA8AE1B}" type="parTrans" cxnId="{F53D1BD6-0DE8-4D63-B692-81D027DB17E3}">
      <dgm:prSet/>
      <dgm:spPr/>
      <dgm:t>
        <a:bodyPr/>
        <a:lstStyle/>
        <a:p>
          <a:endParaRPr lang="en-US"/>
        </a:p>
      </dgm:t>
    </dgm:pt>
    <dgm:pt modelId="{E56B3C73-4797-4E49-BF4C-BC6486C3CAE8}" type="sibTrans" cxnId="{F53D1BD6-0DE8-4D63-B692-81D027DB17E3}">
      <dgm:prSet/>
      <dgm:spPr/>
      <dgm:t>
        <a:bodyPr/>
        <a:lstStyle/>
        <a:p>
          <a:endParaRPr lang="en-US"/>
        </a:p>
      </dgm:t>
    </dgm:pt>
    <dgm:pt modelId="{F7276ABD-7133-4DB1-ADFB-B646A77AAA22}" type="pres">
      <dgm:prSet presAssocID="{68C10C12-F66E-450F-97A3-D1DA07C8275C}" presName="vert0" presStyleCnt="0">
        <dgm:presLayoutVars>
          <dgm:dir/>
          <dgm:animOne val="branch"/>
          <dgm:animLvl val="lvl"/>
        </dgm:presLayoutVars>
      </dgm:prSet>
      <dgm:spPr/>
    </dgm:pt>
    <dgm:pt modelId="{6A5D4C45-937B-46BE-81A9-9B2808F83389}" type="pres">
      <dgm:prSet presAssocID="{DBE9EB1E-C49B-4110-A138-3C3C23D946E3}" presName="thickLine" presStyleLbl="alignNode1" presStyleIdx="0" presStyleCnt="5"/>
      <dgm:spPr/>
    </dgm:pt>
    <dgm:pt modelId="{04C998F6-8958-4457-AF14-B51844DB22EC}" type="pres">
      <dgm:prSet presAssocID="{DBE9EB1E-C49B-4110-A138-3C3C23D946E3}" presName="horz1" presStyleCnt="0"/>
      <dgm:spPr/>
    </dgm:pt>
    <dgm:pt modelId="{B461EB47-4A99-40E2-9F9E-5D4BBC4931CD}" type="pres">
      <dgm:prSet presAssocID="{DBE9EB1E-C49B-4110-A138-3C3C23D946E3}" presName="tx1" presStyleLbl="revTx" presStyleIdx="0" presStyleCnt="5"/>
      <dgm:spPr/>
    </dgm:pt>
    <dgm:pt modelId="{30945270-6A94-4EF0-BDBD-50A6B0B5CFDA}" type="pres">
      <dgm:prSet presAssocID="{DBE9EB1E-C49B-4110-A138-3C3C23D946E3}" presName="vert1" presStyleCnt="0"/>
      <dgm:spPr/>
    </dgm:pt>
    <dgm:pt modelId="{14502DA7-8F49-482F-9527-8F1616B7211A}" type="pres">
      <dgm:prSet presAssocID="{5895292E-97C3-4DA0-9B20-E832C9E0534C}" presName="thickLine" presStyleLbl="alignNode1" presStyleIdx="1" presStyleCnt="5"/>
      <dgm:spPr/>
    </dgm:pt>
    <dgm:pt modelId="{BBA2F675-E924-4B3F-9B49-0B9E4CD0D223}" type="pres">
      <dgm:prSet presAssocID="{5895292E-97C3-4DA0-9B20-E832C9E0534C}" presName="horz1" presStyleCnt="0"/>
      <dgm:spPr/>
    </dgm:pt>
    <dgm:pt modelId="{94E8AAAA-DDB9-4299-A4A4-E67EEF362D6C}" type="pres">
      <dgm:prSet presAssocID="{5895292E-97C3-4DA0-9B20-E832C9E0534C}" presName="tx1" presStyleLbl="revTx" presStyleIdx="1" presStyleCnt="5"/>
      <dgm:spPr/>
    </dgm:pt>
    <dgm:pt modelId="{AA08DD96-02FE-480B-8267-1B5E5E5ED52E}" type="pres">
      <dgm:prSet presAssocID="{5895292E-97C3-4DA0-9B20-E832C9E0534C}" presName="vert1" presStyleCnt="0"/>
      <dgm:spPr/>
    </dgm:pt>
    <dgm:pt modelId="{73097273-1B25-4D3A-9D00-D7EF3E73B002}" type="pres">
      <dgm:prSet presAssocID="{7673E472-D82A-4067-9A3C-D85BEDC74C54}" presName="thickLine" presStyleLbl="alignNode1" presStyleIdx="2" presStyleCnt="5"/>
      <dgm:spPr/>
    </dgm:pt>
    <dgm:pt modelId="{1E997E62-E668-4195-9AE5-EB2841DC0B6D}" type="pres">
      <dgm:prSet presAssocID="{7673E472-D82A-4067-9A3C-D85BEDC74C54}" presName="horz1" presStyleCnt="0"/>
      <dgm:spPr/>
    </dgm:pt>
    <dgm:pt modelId="{FB7D7FCD-6F42-4ABF-8E96-82FF53A0567D}" type="pres">
      <dgm:prSet presAssocID="{7673E472-D82A-4067-9A3C-D85BEDC74C54}" presName="tx1" presStyleLbl="revTx" presStyleIdx="2" presStyleCnt="5"/>
      <dgm:spPr/>
    </dgm:pt>
    <dgm:pt modelId="{1F28893B-A9D3-41D1-B93D-AF647A38CEAF}" type="pres">
      <dgm:prSet presAssocID="{7673E472-D82A-4067-9A3C-D85BEDC74C54}" presName="vert1" presStyleCnt="0"/>
      <dgm:spPr/>
    </dgm:pt>
    <dgm:pt modelId="{B87FC2B0-D957-492D-8486-DE9A5DDA2A74}" type="pres">
      <dgm:prSet presAssocID="{524ABB76-EE8C-4A5D-AD42-95014455A1F6}" presName="thickLine" presStyleLbl="alignNode1" presStyleIdx="3" presStyleCnt="5"/>
      <dgm:spPr/>
    </dgm:pt>
    <dgm:pt modelId="{C1FE71B5-821B-405A-B77C-CD17BD2E7E20}" type="pres">
      <dgm:prSet presAssocID="{524ABB76-EE8C-4A5D-AD42-95014455A1F6}" presName="horz1" presStyleCnt="0"/>
      <dgm:spPr/>
    </dgm:pt>
    <dgm:pt modelId="{20860C97-E3EE-4DEE-AF7C-46BD9EA69409}" type="pres">
      <dgm:prSet presAssocID="{524ABB76-EE8C-4A5D-AD42-95014455A1F6}" presName="tx1" presStyleLbl="revTx" presStyleIdx="3" presStyleCnt="5"/>
      <dgm:spPr/>
    </dgm:pt>
    <dgm:pt modelId="{868C60C0-CC48-433F-8DC7-72FA09CFF322}" type="pres">
      <dgm:prSet presAssocID="{524ABB76-EE8C-4A5D-AD42-95014455A1F6}" presName="vert1" presStyleCnt="0"/>
      <dgm:spPr/>
    </dgm:pt>
    <dgm:pt modelId="{441BBEDD-27BE-4738-8D21-0B205C299508}" type="pres">
      <dgm:prSet presAssocID="{15E2D44B-5C9B-45E5-8953-8DF3D7D564D8}" presName="thickLine" presStyleLbl="alignNode1" presStyleIdx="4" presStyleCnt="5"/>
      <dgm:spPr/>
    </dgm:pt>
    <dgm:pt modelId="{C19914CC-82A1-4CAC-B554-0EC03C0C2D88}" type="pres">
      <dgm:prSet presAssocID="{15E2D44B-5C9B-45E5-8953-8DF3D7D564D8}" presName="horz1" presStyleCnt="0"/>
      <dgm:spPr/>
    </dgm:pt>
    <dgm:pt modelId="{DD7EDDA8-2E19-4222-9D2A-F8227F59F2A6}" type="pres">
      <dgm:prSet presAssocID="{15E2D44B-5C9B-45E5-8953-8DF3D7D564D8}" presName="tx1" presStyleLbl="revTx" presStyleIdx="4" presStyleCnt="5"/>
      <dgm:spPr/>
    </dgm:pt>
    <dgm:pt modelId="{180C8792-CF38-40DE-92F8-1E9F5E7D43BB}" type="pres">
      <dgm:prSet presAssocID="{15E2D44B-5C9B-45E5-8953-8DF3D7D564D8}" presName="vert1" presStyleCnt="0"/>
      <dgm:spPr/>
    </dgm:pt>
  </dgm:ptLst>
  <dgm:cxnLst>
    <dgm:cxn modelId="{95EA0B2F-F7CF-4EE6-8A5C-D50FCFF08479}" type="presOf" srcId="{68C10C12-F66E-450F-97A3-D1DA07C8275C}" destId="{F7276ABD-7133-4DB1-ADFB-B646A77AAA22}" srcOrd="0" destOrd="0" presId="urn:microsoft.com/office/officeart/2008/layout/LinedList"/>
    <dgm:cxn modelId="{54613166-81E7-49E3-8412-8F4B2A67A222}" type="presOf" srcId="{DBE9EB1E-C49B-4110-A138-3C3C23D946E3}" destId="{B461EB47-4A99-40E2-9F9E-5D4BBC4931CD}" srcOrd="0" destOrd="0" presId="urn:microsoft.com/office/officeart/2008/layout/LinedList"/>
    <dgm:cxn modelId="{717A2255-BDA0-4D3B-9020-9A5F877468D2}" type="presOf" srcId="{524ABB76-EE8C-4A5D-AD42-95014455A1F6}" destId="{20860C97-E3EE-4DEE-AF7C-46BD9EA69409}" srcOrd="0" destOrd="0" presId="urn:microsoft.com/office/officeart/2008/layout/LinedList"/>
    <dgm:cxn modelId="{2EBBBC8D-68CA-42D6-B74F-D5C4C9CDDCCD}" srcId="{68C10C12-F66E-450F-97A3-D1DA07C8275C}" destId="{7673E472-D82A-4067-9A3C-D85BEDC74C54}" srcOrd="2" destOrd="0" parTransId="{68071CFC-205D-4D42-9AF8-9802A40AC953}" sibTransId="{905B0164-7373-4D58-AF05-377A1F52292A}"/>
    <dgm:cxn modelId="{DE2941BB-D35F-47E7-9263-ACA0738D96BB}" srcId="{68C10C12-F66E-450F-97A3-D1DA07C8275C}" destId="{524ABB76-EE8C-4A5D-AD42-95014455A1F6}" srcOrd="3" destOrd="0" parTransId="{263567C8-F83D-4D6A-A0B1-B7D17107F39F}" sibTransId="{22621004-A416-4404-B656-56B16F7E8D7F}"/>
    <dgm:cxn modelId="{538A6FC3-FAEC-4875-B6B0-5A63DDBF17DA}" type="presOf" srcId="{15E2D44B-5C9B-45E5-8953-8DF3D7D564D8}" destId="{DD7EDDA8-2E19-4222-9D2A-F8227F59F2A6}" srcOrd="0" destOrd="0" presId="urn:microsoft.com/office/officeart/2008/layout/LinedList"/>
    <dgm:cxn modelId="{768DFDD3-A7B0-4261-9927-D434CDD53B28}" type="presOf" srcId="{5895292E-97C3-4DA0-9B20-E832C9E0534C}" destId="{94E8AAAA-DDB9-4299-A4A4-E67EEF362D6C}" srcOrd="0" destOrd="0" presId="urn:microsoft.com/office/officeart/2008/layout/LinedList"/>
    <dgm:cxn modelId="{1909EAD4-A56E-43B3-8C71-7175B357BF30}" type="presOf" srcId="{7673E472-D82A-4067-9A3C-D85BEDC74C54}" destId="{FB7D7FCD-6F42-4ABF-8E96-82FF53A0567D}" srcOrd="0" destOrd="0" presId="urn:microsoft.com/office/officeart/2008/layout/LinedList"/>
    <dgm:cxn modelId="{F53D1BD6-0DE8-4D63-B692-81D027DB17E3}" srcId="{68C10C12-F66E-450F-97A3-D1DA07C8275C}" destId="{15E2D44B-5C9B-45E5-8953-8DF3D7D564D8}" srcOrd="4" destOrd="0" parTransId="{345529DA-D4FB-4CA1-AD00-3E9E5BA8AE1B}" sibTransId="{E56B3C73-4797-4E49-BF4C-BC6486C3CAE8}"/>
    <dgm:cxn modelId="{FDD265E0-A0FE-44CE-905C-66DB9E229D1D}" srcId="{68C10C12-F66E-450F-97A3-D1DA07C8275C}" destId="{DBE9EB1E-C49B-4110-A138-3C3C23D946E3}" srcOrd="0" destOrd="0" parTransId="{E039BDF5-F5F4-466E-B6EF-33FB392E5617}" sibTransId="{74E78154-8549-4ABA-B636-E2D0B24A408C}"/>
    <dgm:cxn modelId="{E5B052E3-87BD-468D-84FC-A54A2721DF76}" srcId="{68C10C12-F66E-450F-97A3-D1DA07C8275C}" destId="{5895292E-97C3-4DA0-9B20-E832C9E0534C}" srcOrd="1" destOrd="0" parTransId="{231DBF40-7ABC-4544-84CA-4E3BCC7D7AE8}" sibTransId="{D0FE1F2A-C800-417F-8288-5F60797C3F1A}"/>
    <dgm:cxn modelId="{82952FCD-FE9F-4B97-B2B2-0ADE2B1E73F5}" type="presParOf" srcId="{F7276ABD-7133-4DB1-ADFB-B646A77AAA22}" destId="{6A5D4C45-937B-46BE-81A9-9B2808F83389}" srcOrd="0" destOrd="0" presId="urn:microsoft.com/office/officeart/2008/layout/LinedList"/>
    <dgm:cxn modelId="{D75D85A4-55CA-4A23-A878-F9E1F76EB846}" type="presParOf" srcId="{F7276ABD-7133-4DB1-ADFB-B646A77AAA22}" destId="{04C998F6-8958-4457-AF14-B51844DB22EC}" srcOrd="1" destOrd="0" presId="urn:microsoft.com/office/officeart/2008/layout/LinedList"/>
    <dgm:cxn modelId="{D8CB0C8A-02B0-4166-82BB-31D2DC33810D}" type="presParOf" srcId="{04C998F6-8958-4457-AF14-B51844DB22EC}" destId="{B461EB47-4A99-40E2-9F9E-5D4BBC4931CD}" srcOrd="0" destOrd="0" presId="urn:microsoft.com/office/officeart/2008/layout/LinedList"/>
    <dgm:cxn modelId="{D1EA7C07-97CA-4935-AF6A-514DD8EEDE4F}" type="presParOf" srcId="{04C998F6-8958-4457-AF14-B51844DB22EC}" destId="{30945270-6A94-4EF0-BDBD-50A6B0B5CFDA}" srcOrd="1" destOrd="0" presId="urn:microsoft.com/office/officeart/2008/layout/LinedList"/>
    <dgm:cxn modelId="{0282C046-6297-4D61-8E20-67238F5386BA}" type="presParOf" srcId="{F7276ABD-7133-4DB1-ADFB-B646A77AAA22}" destId="{14502DA7-8F49-482F-9527-8F1616B7211A}" srcOrd="2" destOrd="0" presId="urn:microsoft.com/office/officeart/2008/layout/LinedList"/>
    <dgm:cxn modelId="{8BF19070-8065-4985-AC56-74742BEE3FA8}" type="presParOf" srcId="{F7276ABD-7133-4DB1-ADFB-B646A77AAA22}" destId="{BBA2F675-E924-4B3F-9B49-0B9E4CD0D223}" srcOrd="3" destOrd="0" presId="urn:microsoft.com/office/officeart/2008/layout/LinedList"/>
    <dgm:cxn modelId="{8DBD9C6D-8B5F-4BC6-8EBC-9621B1C755DD}" type="presParOf" srcId="{BBA2F675-E924-4B3F-9B49-0B9E4CD0D223}" destId="{94E8AAAA-DDB9-4299-A4A4-E67EEF362D6C}" srcOrd="0" destOrd="0" presId="urn:microsoft.com/office/officeart/2008/layout/LinedList"/>
    <dgm:cxn modelId="{B610DB9E-587D-42DA-9126-7B427CA3D2CD}" type="presParOf" srcId="{BBA2F675-E924-4B3F-9B49-0B9E4CD0D223}" destId="{AA08DD96-02FE-480B-8267-1B5E5E5ED52E}" srcOrd="1" destOrd="0" presId="urn:microsoft.com/office/officeart/2008/layout/LinedList"/>
    <dgm:cxn modelId="{3BA7BBD3-00F1-4F2D-BBEA-7F58844040C7}" type="presParOf" srcId="{F7276ABD-7133-4DB1-ADFB-B646A77AAA22}" destId="{73097273-1B25-4D3A-9D00-D7EF3E73B002}" srcOrd="4" destOrd="0" presId="urn:microsoft.com/office/officeart/2008/layout/LinedList"/>
    <dgm:cxn modelId="{AC6C2BF5-8CB6-414D-AD21-829F4F3A4900}" type="presParOf" srcId="{F7276ABD-7133-4DB1-ADFB-B646A77AAA22}" destId="{1E997E62-E668-4195-9AE5-EB2841DC0B6D}" srcOrd="5" destOrd="0" presId="urn:microsoft.com/office/officeart/2008/layout/LinedList"/>
    <dgm:cxn modelId="{87FAF8B1-389C-4289-8DDF-6589A526509E}" type="presParOf" srcId="{1E997E62-E668-4195-9AE5-EB2841DC0B6D}" destId="{FB7D7FCD-6F42-4ABF-8E96-82FF53A0567D}" srcOrd="0" destOrd="0" presId="urn:microsoft.com/office/officeart/2008/layout/LinedList"/>
    <dgm:cxn modelId="{D2D84E77-F7B5-4341-9AD1-54C7AC97D2F5}" type="presParOf" srcId="{1E997E62-E668-4195-9AE5-EB2841DC0B6D}" destId="{1F28893B-A9D3-41D1-B93D-AF647A38CEAF}" srcOrd="1" destOrd="0" presId="urn:microsoft.com/office/officeart/2008/layout/LinedList"/>
    <dgm:cxn modelId="{641BBFAB-CFEF-4552-ADAD-B4522C1F5F36}" type="presParOf" srcId="{F7276ABD-7133-4DB1-ADFB-B646A77AAA22}" destId="{B87FC2B0-D957-492D-8486-DE9A5DDA2A74}" srcOrd="6" destOrd="0" presId="urn:microsoft.com/office/officeart/2008/layout/LinedList"/>
    <dgm:cxn modelId="{7F240656-4540-499E-8D10-594E25AF96A6}" type="presParOf" srcId="{F7276ABD-7133-4DB1-ADFB-B646A77AAA22}" destId="{C1FE71B5-821B-405A-B77C-CD17BD2E7E20}" srcOrd="7" destOrd="0" presId="urn:microsoft.com/office/officeart/2008/layout/LinedList"/>
    <dgm:cxn modelId="{8A331202-C3F0-4D0F-8204-1C2947AA122B}" type="presParOf" srcId="{C1FE71B5-821B-405A-B77C-CD17BD2E7E20}" destId="{20860C97-E3EE-4DEE-AF7C-46BD9EA69409}" srcOrd="0" destOrd="0" presId="urn:microsoft.com/office/officeart/2008/layout/LinedList"/>
    <dgm:cxn modelId="{97B6C018-B1BD-4502-A2C7-750A24BA7517}" type="presParOf" srcId="{C1FE71B5-821B-405A-B77C-CD17BD2E7E20}" destId="{868C60C0-CC48-433F-8DC7-72FA09CFF322}" srcOrd="1" destOrd="0" presId="urn:microsoft.com/office/officeart/2008/layout/LinedList"/>
    <dgm:cxn modelId="{FD44719E-C524-410A-BB5B-E9E549E04219}" type="presParOf" srcId="{F7276ABD-7133-4DB1-ADFB-B646A77AAA22}" destId="{441BBEDD-27BE-4738-8D21-0B205C299508}" srcOrd="8" destOrd="0" presId="urn:microsoft.com/office/officeart/2008/layout/LinedList"/>
    <dgm:cxn modelId="{D5A9C2D1-1A7F-4830-B133-D71912C03EB4}" type="presParOf" srcId="{F7276ABD-7133-4DB1-ADFB-B646A77AAA22}" destId="{C19914CC-82A1-4CAC-B554-0EC03C0C2D88}" srcOrd="9" destOrd="0" presId="urn:microsoft.com/office/officeart/2008/layout/LinedList"/>
    <dgm:cxn modelId="{9F9C54F7-B508-4688-B16A-5A6653B4B250}" type="presParOf" srcId="{C19914CC-82A1-4CAC-B554-0EC03C0C2D88}" destId="{DD7EDDA8-2E19-4222-9D2A-F8227F59F2A6}" srcOrd="0" destOrd="0" presId="urn:microsoft.com/office/officeart/2008/layout/LinedList"/>
    <dgm:cxn modelId="{A65C1A78-403B-49BC-B46D-62D72BBD9738}" type="presParOf" srcId="{C19914CC-82A1-4CAC-B554-0EC03C0C2D88}" destId="{180C8792-CF38-40DE-92F8-1E9F5E7D43B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08E84A9-A506-43D6-872D-636F3B4B72A2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03DC9782-F95D-4FD6-9FBD-5745366C8FF1}">
      <dgm:prSet/>
      <dgm:spPr/>
      <dgm:t>
        <a:bodyPr/>
        <a:lstStyle/>
        <a:p>
          <a:r>
            <a:rPr lang="en-US"/>
            <a:t>Patient visits processed sequentially.</a:t>
          </a:r>
        </a:p>
      </dgm:t>
    </dgm:pt>
    <dgm:pt modelId="{33538D85-C91A-4F29-A95A-31122A6BE05A}" type="parTrans" cxnId="{E694479E-56FA-4FF5-AEFC-2F179F7279BA}">
      <dgm:prSet/>
      <dgm:spPr/>
      <dgm:t>
        <a:bodyPr/>
        <a:lstStyle/>
        <a:p>
          <a:endParaRPr lang="en-US"/>
        </a:p>
      </dgm:t>
    </dgm:pt>
    <dgm:pt modelId="{B12014CA-232C-4490-8ABD-7884B96EB530}" type="sibTrans" cxnId="{E694479E-56FA-4FF5-AEFC-2F179F7279BA}">
      <dgm:prSet/>
      <dgm:spPr/>
      <dgm:t>
        <a:bodyPr/>
        <a:lstStyle/>
        <a:p>
          <a:endParaRPr lang="en-US"/>
        </a:p>
      </dgm:t>
    </dgm:pt>
    <dgm:pt modelId="{82F85472-4DF1-49CE-968C-D9D1BAAC5572}">
      <dgm:prSet/>
      <dgm:spPr/>
      <dgm:t>
        <a:bodyPr/>
        <a:lstStyle/>
        <a:p>
          <a:r>
            <a:rPr lang="en-US"/>
            <a:t>Attention highlights important visits.</a:t>
          </a:r>
        </a:p>
      </dgm:t>
    </dgm:pt>
    <dgm:pt modelId="{F4CF6434-CCBE-4221-A920-3796E9830830}" type="parTrans" cxnId="{3DA08244-5A2A-43E4-A357-36DF75270E9B}">
      <dgm:prSet/>
      <dgm:spPr/>
      <dgm:t>
        <a:bodyPr/>
        <a:lstStyle/>
        <a:p>
          <a:endParaRPr lang="en-US"/>
        </a:p>
      </dgm:t>
    </dgm:pt>
    <dgm:pt modelId="{90D9948D-C574-4990-B265-18ABF1604FCC}" type="sibTrans" cxnId="{3DA08244-5A2A-43E4-A357-36DF75270E9B}">
      <dgm:prSet/>
      <dgm:spPr/>
      <dgm:t>
        <a:bodyPr/>
        <a:lstStyle/>
        <a:p>
          <a:endParaRPr lang="en-US"/>
        </a:p>
      </dgm:t>
    </dgm:pt>
    <dgm:pt modelId="{CC57F714-16BE-469A-9E49-5EE5948B7BA3}">
      <dgm:prSet/>
      <dgm:spPr/>
      <dgm:t>
        <a:bodyPr/>
        <a:lstStyle/>
        <a:p>
          <a:r>
            <a:rPr lang="en-US"/>
            <a:t>Knowledge Graph provides medical relations.</a:t>
          </a:r>
        </a:p>
      </dgm:t>
    </dgm:pt>
    <dgm:pt modelId="{E560A3B2-7265-4368-BEB6-6CCFC0893B08}" type="parTrans" cxnId="{362FEA3C-52E9-4C8A-A2FC-230B80D64FFA}">
      <dgm:prSet/>
      <dgm:spPr/>
      <dgm:t>
        <a:bodyPr/>
        <a:lstStyle/>
        <a:p>
          <a:endParaRPr lang="en-US"/>
        </a:p>
      </dgm:t>
    </dgm:pt>
    <dgm:pt modelId="{A1638ECF-D518-4DCB-8BC4-1B0CC0A9DC64}" type="sibTrans" cxnId="{362FEA3C-52E9-4C8A-A2FC-230B80D64FFA}">
      <dgm:prSet/>
      <dgm:spPr/>
      <dgm:t>
        <a:bodyPr/>
        <a:lstStyle/>
        <a:p>
          <a:endParaRPr lang="en-US"/>
        </a:p>
      </dgm:t>
    </dgm:pt>
    <dgm:pt modelId="{240305D6-8D6B-4680-B2F4-CA7A79D66040}">
      <dgm:prSet/>
      <dgm:spPr/>
      <dgm:t>
        <a:bodyPr/>
        <a:lstStyle/>
        <a:p>
          <a:r>
            <a:rPr lang="en-US"/>
            <a:t>GNN refines embeddings.</a:t>
          </a:r>
        </a:p>
      </dgm:t>
    </dgm:pt>
    <dgm:pt modelId="{C313B863-7E68-4B33-8D0D-BA84EB504FD0}" type="parTrans" cxnId="{6EEE7E7F-9C5E-4F61-8E5A-A53AE665CCF2}">
      <dgm:prSet/>
      <dgm:spPr/>
      <dgm:t>
        <a:bodyPr/>
        <a:lstStyle/>
        <a:p>
          <a:endParaRPr lang="en-US"/>
        </a:p>
      </dgm:t>
    </dgm:pt>
    <dgm:pt modelId="{0CAF0083-8D51-4A6B-B000-A1A9D77D04D8}" type="sibTrans" cxnId="{6EEE7E7F-9C5E-4F61-8E5A-A53AE665CCF2}">
      <dgm:prSet/>
      <dgm:spPr/>
      <dgm:t>
        <a:bodyPr/>
        <a:lstStyle/>
        <a:p>
          <a:endParaRPr lang="en-US"/>
        </a:p>
      </dgm:t>
    </dgm:pt>
    <dgm:pt modelId="{4FA4C307-8515-4BFF-B9A5-41361A52271E}">
      <dgm:prSet/>
      <dgm:spPr/>
      <dgm:t>
        <a:bodyPr/>
        <a:lstStyle/>
        <a:p>
          <a:r>
            <a:rPr lang="en-US"/>
            <a:t>Final fusion outputs medicine recommendations.</a:t>
          </a:r>
        </a:p>
      </dgm:t>
    </dgm:pt>
    <dgm:pt modelId="{C4E2CA4B-11DC-469C-8D37-0A88D46804F1}" type="parTrans" cxnId="{DE6EF266-CB8D-4F5B-9042-26EC7752DCA3}">
      <dgm:prSet/>
      <dgm:spPr/>
      <dgm:t>
        <a:bodyPr/>
        <a:lstStyle/>
        <a:p>
          <a:endParaRPr lang="en-US"/>
        </a:p>
      </dgm:t>
    </dgm:pt>
    <dgm:pt modelId="{0443E933-1452-462B-BD2A-9FC2EB207633}" type="sibTrans" cxnId="{DE6EF266-CB8D-4F5B-9042-26EC7752DCA3}">
      <dgm:prSet/>
      <dgm:spPr/>
      <dgm:t>
        <a:bodyPr/>
        <a:lstStyle/>
        <a:p>
          <a:endParaRPr lang="en-US"/>
        </a:p>
      </dgm:t>
    </dgm:pt>
    <dgm:pt modelId="{08493E96-25CA-4136-B065-2B7F69E5A137}" type="pres">
      <dgm:prSet presAssocID="{E08E84A9-A506-43D6-872D-636F3B4B72A2}" presName="vert0" presStyleCnt="0">
        <dgm:presLayoutVars>
          <dgm:dir/>
          <dgm:animOne val="branch"/>
          <dgm:animLvl val="lvl"/>
        </dgm:presLayoutVars>
      </dgm:prSet>
      <dgm:spPr/>
    </dgm:pt>
    <dgm:pt modelId="{15FED8A8-174E-40D5-AAAF-6156D78348CF}" type="pres">
      <dgm:prSet presAssocID="{03DC9782-F95D-4FD6-9FBD-5745366C8FF1}" presName="thickLine" presStyleLbl="alignNode1" presStyleIdx="0" presStyleCnt="5"/>
      <dgm:spPr/>
    </dgm:pt>
    <dgm:pt modelId="{DFE23144-0F59-4945-A9B6-FFB80693B475}" type="pres">
      <dgm:prSet presAssocID="{03DC9782-F95D-4FD6-9FBD-5745366C8FF1}" presName="horz1" presStyleCnt="0"/>
      <dgm:spPr/>
    </dgm:pt>
    <dgm:pt modelId="{FED72C6A-7781-4D85-B4A9-75DA4D387CAA}" type="pres">
      <dgm:prSet presAssocID="{03DC9782-F95D-4FD6-9FBD-5745366C8FF1}" presName="tx1" presStyleLbl="revTx" presStyleIdx="0" presStyleCnt="5"/>
      <dgm:spPr/>
    </dgm:pt>
    <dgm:pt modelId="{07A0B7FE-0F6C-4B8E-814A-C4C9C4ED130F}" type="pres">
      <dgm:prSet presAssocID="{03DC9782-F95D-4FD6-9FBD-5745366C8FF1}" presName="vert1" presStyleCnt="0"/>
      <dgm:spPr/>
    </dgm:pt>
    <dgm:pt modelId="{63150B8D-A1AD-407D-A61F-A5F874C02998}" type="pres">
      <dgm:prSet presAssocID="{82F85472-4DF1-49CE-968C-D9D1BAAC5572}" presName="thickLine" presStyleLbl="alignNode1" presStyleIdx="1" presStyleCnt="5"/>
      <dgm:spPr/>
    </dgm:pt>
    <dgm:pt modelId="{89DE5B12-209F-4FFB-9924-DC8451994AC6}" type="pres">
      <dgm:prSet presAssocID="{82F85472-4DF1-49CE-968C-D9D1BAAC5572}" presName="horz1" presStyleCnt="0"/>
      <dgm:spPr/>
    </dgm:pt>
    <dgm:pt modelId="{1C20CBD6-2B39-458A-A2DB-5A1D587CC53E}" type="pres">
      <dgm:prSet presAssocID="{82F85472-4DF1-49CE-968C-D9D1BAAC5572}" presName="tx1" presStyleLbl="revTx" presStyleIdx="1" presStyleCnt="5"/>
      <dgm:spPr/>
    </dgm:pt>
    <dgm:pt modelId="{05EF7657-8A6C-4A38-B3CE-03BF07F123FA}" type="pres">
      <dgm:prSet presAssocID="{82F85472-4DF1-49CE-968C-D9D1BAAC5572}" presName="vert1" presStyleCnt="0"/>
      <dgm:spPr/>
    </dgm:pt>
    <dgm:pt modelId="{A0802A68-8129-4F33-839D-D51FD5DED54B}" type="pres">
      <dgm:prSet presAssocID="{CC57F714-16BE-469A-9E49-5EE5948B7BA3}" presName="thickLine" presStyleLbl="alignNode1" presStyleIdx="2" presStyleCnt="5"/>
      <dgm:spPr/>
    </dgm:pt>
    <dgm:pt modelId="{2F727DEC-0B6B-4647-8099-7E3D4F5DC7E7}" type="pres">
      <dgm:prSet presAssocID="{CC57F714-16BE-469A-9E49-5EE5948B7BA3}" presName="horz1" presStyleCnt="0"/>
      <dgm:spPr/>
    </dgm:pt>
    <dgm:pt modelId="{0FA78307-316B-4AFC-8AD9-25867EA3C564}" type="pres">
      <dgm:prSet presAssocID="{CC57F714-16BE-469A-9E49-5EE5948B7BA3}" presName="tx1" presStyleLbl="revTx" presStyleIdx="2" presStyleCnt="5"/>
      <dgm:spPr/>
    </dgm:pt>
    <dgm:pt modelId="{AAE01CD7-5573-49AA-900E-96C00CAD4A19}" type="pres">
      <dgm:prSet presAssocID="{CC57F714-16BE-469A-9E49-5EE5948B7BA3}" presName="vert1" presStyleCnt="0"/>
      <dgm:spPr/>
    </dgm:pt>
    <dgm:pt modelId="{B4E456F3-19AC-40A2-B28F-7598DF1CA2AF}" type="pres">
      <dgm:prSet presAssocID="{240305D6-8D6B-4680-B2F4-CA7A79D66040}" presName="thickLine" presStyleLbl="alignNode1" presStyleIdx="3" presStyleCnt="5"/>
      <dgm:spPr/>
    </dgm:pt>
    <dgm:pt modelId="{D0D9B5D2-2773-49F9-8362-55A4ACD55134}" type="pres">
      <dgm:prSet presAssocID="{240305D6-8D6B-4680-B2F4-CA7A79D66040}" presName="horz1" presStyleCnt="0"/>
      <dgm:spPr/>
    </dgm:pt>
    <dgm:pt modelId="{F33DAC75-FB07-45B9-AA05-D61F60817FF1}" type="pres">
      <dgm:prSet presAssocID="{240305D6-8D6B-4680-B2F4-CA7A79D66040}" presName="tx1" presStyleLbl="revTx" presStyleIdx="3" presStyleCnt="5"/>
      <dgm:spPr/>
    </dgm:pt>
    <dgm:pt modelId="{B02A175A-3B1D-438A-8F4E-5E28282C9058}" type="pres">
      <dgm:prSet presAssocID="{240305D6-8D6B-4680-B2F4-CA7A79D66040}" presName="vert1" presStyleCnt="0"/>
      <dgm:spPr/>
    </dgm:pt>
    <dgm:pt modelId="{01553FF5-D46B-460C-8C23-78770027495C}" type="pres">
      <dgm:prSet presAssocID="{4FA4C307-8515-4BFF-B9A5-41361A52271E}" presName="thickLine" presStyleLbl="alignNode1" presStyleIdx="4" presStyleCnt="5"/>
      <dgm:spPr/>
    </dgm:pt>
    <dgm:pt modelId="{3E959610-D79C-4100-81CB-390FF20043D6}" type="pres">
      <dgm:prSet presAssocID="{4FA4C307-8515-4BFF-B9A5-41361A52271E}" presName="horz1" presStyleCnt="0"/>
      <dgm:spPr/>
    </dgm:pt>
    <dgm:pt modelId="{D4A45523-2E19-431C-9AB1-6D7CFBA49009}" type="pres">
      <dgm:prSet presAssocID="{4FA4C307-8515-4BFF-B9A5-41361A52271E}" presName="tx1" presStyleLbl="revTx" presStyleIdx="4" presStyleCnt="5"/>
      <dgm:spPr/>
    </dgm:pt>
    <dgm:pt modelId="{F8D2339C-5C6D-432A-ACC4-4012D405066D}" type="pres">
      <dgm:prSet presAssocID="{4FA4C307-8515-4BFF-B9A5-41361A52271E}" presName="vert1" presStyleCnt="0"/>
      <dgm:spPr/>
    </dgm:pt>
  </dgm:ptLst>
  <dgm:cxnLst>
    <dgm:cxn modelId="{4643320A-8347-4682-B0FB-6A87BE2354CD}" type="presOf" srcId="{240305D6-8D6B-4680-B2F4-CA7A79D66040}" destId="{F33DAC75-FB07-45B9-AA05-D61F60817FF1}" srcOrd="0" destOrd="0" presId="urn:microsoft.com/office/officeart/2008/layout/LinedList"/>
    <dgm:cxn modelId="{F480440D-25C1-403E-9BAA-7CF2FA880569}" type="presOf" srcId="{E08E84A9-A506-43D6-872D-636F3B4B72A2}" destId="{08493E96-25CA-4136-B065-2B7F69E5A137}" srcOrd="0" destOrd="0" presId="urn:microsoft.com/office/officeart/2008/layout/LinedList"/>
    <dgm:cxn modelId="{362FEA3C-52E9-4C8A-A2FC-230B80D64FFA}" srcId="{E08E84A9-A506-43D6-872D-636F3B4B72A2}" destId="{CC57F714-16BE-469A-9E49-5EE5948B7BA3}" srcOrd="2" destOrd="0" parTransId="{E560A3B2-7265-4368-BEB6-6CCFC0893B08}" sibTransId="{A1638ECF-D518-4DCB-8BC4-1B0CC0A9DC64}"/>
    <dgm:cxn modelId="{3DA08244-5A2A-43E4-A357-36DF75270E9B}" srcId="{E08E84A9-A506-43D6-872D-636F3B4B72A2}" destId="{82F85472-4DF1-49CE-968C-D9D1BAAC5572}" srcOrd="1" destOrd="0" parTransId="{F4CF6434-CCBE-4221-A920-3796E9830830}" sibTransId="{90D9948D-C574-4990-B265-18ABF1604FCC}"/>
    <dgm:cxn modelId="{DE6EF266-CB8D-4F5B-9042-26EC7752DCA3}" srcId="{E08E84A9-A506-43D6-872D-636F3B4B72A2}" destId="{4FA4C307-8515-4BFF-B9A5-41361A52271E}" srcOrd="4" destOrd="0" parTransId="{C4E2CA4B-11DC-469C-8D37-0A88D46804F1}" sibTransId="{0443E933-1452-462B-BD2A-9FC2EB207633}"/>
    <dgm:cxn modelId="{6EEE7E7F-9C5E-4F61-8E5A-A53AE665CCF2}" srcId="{E08E84A9-A506-43D6-872D-636F3B4B72A2}" destId="{240305D6-8D6B-4680-B2F4-CA7A79D66040}" srcOrd="3" destOrd="0" parTransId="{C313B863-7E68-4B33-8D0D-BA84EB504FD0}" sibTransId="{0CAF0083-8D51-4A6B-B000-A1A9D77D04D8}"/>
    <dgm:cxn modelId="{E694479E-56FA-4FF5-AEFC-2F179F7279BA}" srcId="{E08E84A9-A506-43D6-872D-636F3B4B72A2}" destId="{03DC9782-F95D-4FD6-9FBD-5745366C8FF1}" srcOrd="0" destOrd="0" parTransId="{33538D85-C91A-4F29-A95A-31122A6BE05A}" sibTransId="{B12014CA-232C-4490-8ABD-7884B96EB530}"/>
    <dgm:cxn modelId="{C3B4FAA5-D3A2-4C48-92AA-A301ED30E395}" type="presOf" srcId="{82F85472-4DF1-49CE-968C-D9D1BAAC5572}" destId="{1C20CBD6-2B39-458A-A2DB-5A1D587CC53E}" srcOrd="0" destOrd="0" presId="urn:microsoft.com/office/officeart/2008/layout/LinedList"/>
    <dgm:cxn modelId="{5F9257AE-0A5E-4FA8-BD76-4B715FA27927}" type="presOf" srcId="{4FA4C307-8515-4BFF-B9A5-41361A52271E}" destId="{D4A45523-2E19-431C-9AB1-6D7CFBA49009}" srcOrd="0" destOrd="0" presId="urn:microsoft.com/office/officeart/2008/layout/LinedList"/>
    <dgm:cxn modelId="{23FA42C0-997D-4FE3-85EE-31FAB905EC82}" type="presOf" srcId="{03DC9782-F95D-4FD6-9FBD-5745366C8FF1}" destId="{FED72C6A-7781-4D85-B4A9-75DA4D387CAA}" srcOrd="0" destOrd="0" presId="urn:microsoft.com/office/officeart/2008/layout/LinedList"/>
    <dgm:cxn modelId="{96149CEE-6CC3-4EE8-B1DC-9CDDFE58FE4D}" type="presOf" srcId="{CC57F714-16BE-469A-9E49-5EE5948B7BA3}" destId="{0FA78307-316B-4AFC-8AD9-25867EA3C564}" srcOrd="0" destOrd="0" presId="urn:microsoft.com/office/officeart/2008/layout/LinedList"/>
    <dgm:cxn modelId="{521DE190-31F3-45FF-A2FA-707E4C64271C}" type="presParOf" srcId="{08493E96-25CA-4136-B065-2B7F69E5A137}" destId="{15FED8A8-174E-40D5-AAAF-6156D78348CF}" srcOrd="0" destOrd="0" presId="urn:microsoft.com/office/officeart/2008/layout/LinedList"/>
    <dgm:cxn modelId="{73C0D164-F78B-4DAB-951E-F3C9D747A7DC}" type="presParOf" srcId="{08493E96-25CA-4136-B065-2B7F69E5A137}" destId="{DFE23144-0F59-4945-A9B6-FFB80693B475}" srcOrd="1" destOrd="0" presId="urn:microsoft.com/office/officeart/2008/layout/LinedList"/>
    <dgm:cxn modelId="{B83F5DEF-18CF-4B1D-A592-333B68F4C66F}" type="presParOf" srcId="{DFE23144-0F59-4945-A9B6-FFB80693B475}" destId="{FED72C6A-7781-4D85-B4A9-75DA4D387CAA}" srcOrd="0" destOrd="0" presId="urn:microsoft.com/office/officeart/2008/layout/LinedList"/>
    <dgm:cxn modelId="{4FC702BE-E34A-4880-840D-394A0A016A1B}" type="presParOf" srcId="{DFE23144-0F59-4945-A9B6-FFB80693B475}" destId="{07A0B7FE-0F6C-4B8E-814A-C4C9C4ED130F}" srcOrd="1" destOrd="0" presId="urn:microsoft.com/office/officeart/2008/layout/LinedList"/>
    <dgm:cxn modelId="{D2726240-5885-4227-87B2-579F7C515DA3}" type="presParOf" srcId="{08493E96-25CA-4136-B065-2B7F69E5A137}" destId="{63150B8D-A1AD-407D-A61F-A5F874C02998}" srcOrd="2" destOrd="0" presId="urn:microsoft.com/office/officeart/2008/layout/LinedList"/>
    <dgm:cxn modelId="{17334B84-6721-48C4-8857-BF767AAA9090}" type="presParOf" srcId="{08493E96-25CA-4136-B065-2B7F69E5A137}" destId="{89DE5B12-209F-4FFB-9924-DC8451994AC6}" srcOrd="3" destOrd="0" presId="urn:microsoft.com/office/officeart/2008/layout/LinedList"/>
    <dgm:cxn modelId="{6E6E09D8-C566-46AA-9A29-E38AE2F1C2BA}" type="presParOf" srcId="{89DE5B12-209F-4FFB-9924-DC8451994AC6}" destId="{1C20CBD6-2B39-458A-A2DB-5A1D587CC53E}" srcOrd="0" destOrd="0" presId="urn:microsoft.com/office/officeart/2008/layout/LinedList"/>
    <dgm:cxn modelId="{30DB6EAF-17DF-44AD-96A8-55D54EF4FE9A}" type="presParOf" srcId="{89DE5B12-209F-4FFB-9924-DC8451994AC6}" destId="{05EF7657-8A6C-4A38-B3CE-03BF07F123FA}" srcOrd="1" destOrd="0" presId="urn:microsoft.com/office/officeart/2008/layout/LinedList"/>
    <dgm:cxn modelId="{23145BE7-09BC-4FDD-B88C-D537A5F13CA7}" type="presParOf" srcId="{08493E96-25CA-4136-B065-2B7F69E5A137}" destId="{A0802A68-8129-4F33-839D-D51FD5DED54B}" srcOrd="4" destOrd="0" presId="urn:microsoft.com/office/officeart/2008/layout/LinedList"/>
    <dgm:cxn modelId="{77611765-E6CE-4F9E-8B70-CF95C50040D6}" type="presParOf" srcId="{08493E96-25CA-4136-B065-2B7F69E5A137}" destId="{2F727DEC-0B6B-4647-8099-7E3D4F5DC7E7}" srcOrd="5" destOrd="0" presId="urn:microsoft.com/office/officeart/2008/layout/LinedList"/>
    <dgm:cxn modelId="{56EE644F-F3F2-4E5E-8D2A-4F02EFAD1D4F}" type="presParOf" srcId="{2F727DEC-0B6B-4647-8099-7E3D4F5DC7E7}" destId="{0FA78307-316B-4AFC-8AD9-25867EA3C564}" srcOrd="0" destOrd="0" presId="urn:microsoft.com/office/officeart/2008/layout/LinedList"/>
    <dgm:cxn modelId="{4E2038D7-4B97-4772-AA8E-A1F35296A734}" type="presParOf" srcId="{2F727DEC-0B6B-4647-8099-7E3D4F5DC7E7}" destId="{AAE01CD7-5573-49AA-900E-96C00CAD4A19}" srcOrd="1" destOrd="0" presId="urn:microsoft.com/office/officeart/2008/layout/LinedList"/>
    <dgm:cxn modelId="{D1A6864A-FACF-4F1A-B0BC-DE459932011C}" type="presParOf" srcId="{08493E96-25CA-4136-B065-2B7F69E5A137}" destId="{B4E456F3-19AC-40A2-B28F-7598DF1CA2AF}" srcOrd="6" destOrd="0" presId="urn:microsoft.com/office/officeart/2008/layout/LinedList"/>
    <dgm:cxn modelId="{FBA2AF01-1F83-477A-AEC2-CBF7BD6E4468}" type="presParOf" srcId="{08493E96-25CA-4136-B065-2B7F69E5A137}" destId="{D0D9B5D2-2773-49F9-8362-55A4ACD55134}" srcOrd="7" destOrd="0" presId="urn:microsoft.com/office/officeart/2008/layout/LinedList"/>
    <dgm:cxn modelId="{F5944F7B-844D-4267-84BC-EF4CD29A507A}" type="presParOf" srcId="{D0D9B5D2-2773-49F9-8362-55A4ACD55134}" destId="{F33DAC75-FB07-45B9-AA05-D61F60817FF1}" srcOrd="0" destOrd="0" presId="urn:microsoft.com/office/officeart/2008/layout/LinedList"/>
    <dgm:cxn modelId="{6F54D855-B67B-4F24-8A06-47193DA713AA}" type="presParOf" srcId="{D0D9B5D2-2773-49F9-8362-55A4ACD55134}" destId="{B02A175A-3B1D-438A-8F4E-5E28282C9058}" srcOrd="1" destOrd="0" presId="urn:microsoft.com/office/officeart/2008/layout/LinedList"/>
    <dgm:cxn modelId="{D07661AA-29AA-4992-9CD1-CDCBFE199622}" type="presParOf" srcId="{08493E96-25CA-4136-B065-2B7F69E5A137}" destId="{01553FF5-D46B-460C-8C23-78770027495C}" srcOrd="8" destOrd="0" presId="urn:microsoft.com/office/officeart/2008/layout/LinedList"/>
    <dgm:cxn modelId="{DF357282-CD48-4A42-86C4-11AB969BEEB4}" type="presParOf" srcId="{08493E96-25CA-4136-B065-2B7F69E5A137}" destId="{3E959610-D79C-4100-81CB-390FF20043D6}" srcOrd="9" destOrd="0" presId="urn:microsoft.com/office/officeart/2008/layout/LinedList"/>
    <dgm:cxn modelId="{D6DFC0BE-456C-4324-B2D2-CBE7D803CDFF}" type="presParOf" srcId="{3E959610-D79C-4100-81CB-390FF20043D6}" destId="{D4A45523-2E19-431C-9AB1-6D7CFBA49009}" srcOrd="0" destOrd="0" presId="urn:microsoft.com/office/officeart/2008/layout/LinedList"/>
    <dgm:cxn modelId="{231D3E7E-BDA4-4F5D-9078-1B5DEB07A3E6}" type="presParOf" srcId="{3E959610-D79C-4100-81CB-390FF20043D6}" destId="{F8D2339C-5C6D-432A-ACC4-4012D405066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81F3A85-A7CC-4474-9B4F-3BCB36A3419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89A7A59-551C-4359-968F-C6DDBEBC7D7E}">
      <dgm:prSet/>
      <dgm:spPr/>
      <dgm:t>
        <a:bodyPr/>
        <a:lstStyle/>
        <a:p>
          <a:r>
            <a:rPr lang="en-US"/>
            <a:t>Captures drug–drug interactions (DDI).</a:t>
          </a:r>
        </a:p>
      </dgm:t>
    </dgm:pt>
    <dgm:pt modelId="{5DBA9283-A499-4789-9A67-1A4E1C11689D}" type="parTrans" cxnId="{6BC0079B-587A-49CA-BA0B-3526D980F544}">
      <dgm:prSet/>
      <dgm:spPr/>
      <dgm:t>
        <a:bodyPr/>
        <a:lstStyle/>
        <a:p>
          <a:endParaRPr lang="en-US"/>
        </a:p>
      </dgm:t>
    </dgm:pt>
    <dgm:pt modelId="{8937D341-87DB-4C7E-8AD4-69DC7CFDED35}" type="sibTrans" cxnId="{6BC0079B-587A-49CA-BA0B-3526D980F544}">
      <dgm:prSet/>
      <dgm:spPr/>
      <dgm:t>
        <a:bodyPr/>
        <a:lstStyle/>
        <a:p>
          <a:endParaRPr lang="en-US"/>
        </a:p>
      </dgm:t>
    </dgm:pt>
    <dgm:pt modelId="{9E4F3226-02B5-4B43-AAE1-C47FA85FBA28}">
      <dgm:prSet/>
      <dgm:spPr/>
      <dgm:t>
        <a:bodyPr/>
        <a:lstStyle/>
        <a:p>
          <a:r>
            <a:rPr lang="en-US"/>
            <a:t>Models drug–disease relationships.</a:t>
          </a:r>
        </a:p>
      </dgm:t>
    </dgm:pt>
    <dgm:pt modelId="{9BC35F7A-424F-4570-97F5-F68751601E9F}" type="parTrans" cxnId="{F9D55649-8CAF-4E8C-89F5-D9D6AACB0289}">
      <dgm:prSet/>
      <dgm:spPr/>
      <dgm:t>
        <a:bodyPr/>
        <a:lstStyle/>
        <a:p>
          <a:endParaRPr lang="en-US"/>
        </a:p>
      </dgm:t>
    </dgm:pt>
    <dgm:pt modelId="{2EC89695-5927-4649-BDCB-57136053EABD}" type="sibTrans" cxnId="{F9D55649-8CAF-4E8C-89F5-D9D6AACB0289}">
      <dgm:prSet/>
      <dgm:spPr/>
      <dgm:t>
        <a:bodyPr/>
        <a:lstStyle/>
        <a:p>
          <a:endParaRPr lang="en-US"/>
        </a:p>
      </dgm:t>
    </dgm:pt>
    <dgm:pt modelId="{3111057A-9FBA-4353-B0F4-355402CA7FEF}">
      <dgm:prSet/>
      <dgm:spPr/>
      <dgm:t>
        <a:bodyPr/>
        <a:lstStyle/>
        <a:p>
          <a:r>
            <a:rPr lang="en-US"/>
            <a:t>Improves safety and interpretability.</a:t>
          </a:r>
        </a:p>
      </dgm:t>
    </dgm:pt>
    <dgm:pt modelId="{24AB60E9-5A19-40A0-9A7D-D3271592A83C}" type="parTrans" cxnId="{DB097218-0E1D-4AB9-8CE5-8119ECB4EBAA}">
      <dgm:prSet/>
      <dgm:spPr/>
      <dgm:t>
        <a:bodyPr/>
        <a:lstStyle/>
        <a:p>
          <a:endParaRPr lang="en-US"/>
        </a:p>
      </dgm:t>
    </dgm:pt>
    <dgm:pt modelId="{AD5E35AF-F198-4AD7-8264-E711F3F15930}" type="sibTrans" cxnId="{DB097218-0E1D-4AB9-8CE5-8119ECB4EBAA}">
      <dgm:prSet/>
      <dgm:spPr/>
      <dgm:t>
        <a:bodyPr/>
        <a:lstStyle/>
        <a:p>
          <a:endParaRPr lang="en-US"/>
        </a:p>
      </dgm:t>
    </dgm:pt>
    <dgm:pt modelId="{548F2D31-6B5B-4850-BE0B-EB49E78DF056}">
      <dgm:prSet/>
      <dgm:spPr/>
      <dgm:t>
        <a:bodyPr/>
        <a:lstStyle/>
        <a:p>
          <a:r>
            <a:rPr lang="en-US"/>
            <a:t>Reduces harmful drug combinations.</a:t>
          </a:r>
        </a:p>
      </dgm:t>
    </dgm:pt>
    <dgm:pt modelId="{8115914F-76B4-4ADE-A8BA-47B6DDA79B3D}" type="parTrans" cxnId="{E972AFE6-C9E3-489E-B397-3A8BB1BA3DD0}">
      <dgm:prSet/>
      <dgm:spPr/>
      <dgm:t>
        <a:bodyPr/>
        <a:lstStyle/>
        <a:p>
          <a:endParaRPr lang="en-US"/>
        </a:p>
      </dgm:t>
    </dgm:pt>
    <dgm:pt modelId="{DE0C655D-7B1F-44B3-8FDB-9C43531F1538}" type="sibTrans" cxnId="{E972AFE6-C9E3-489E-B397-3A8BB1BA3DD0}">
      <dgm:prSet/>
      <dgm:spPr/>
      <dgm:t>
        <a:bodyPr/>
        <a:lstStyle/>
        <a:p>
          <a:endParaRPr lang="en-US"/>
        </a:p>
      </dgm:t>
    </dgm:pt>
    <dgm:pt modelId="{79DD49F9-032F-4105-A5A3-C2348532D79E}" type="pres">
      <dgm:prSet presAssocID="{A81F3A85-A7CC-4474-9B4F-3BCB36A3419C}" presName="linear" presStyleCnt="0">
        <dgm:presLayoutVars>
          <dgm:animLvl val="lvl"/>
          <dgm:resizeHandles val="exact"/>
        </dgm:presLayoutVars>
      </dgm:prSet>
      <dgm:spPr/>
    </dgm:pt>
    <dgm:pt modelId="{5E43DCCA-793A-45B4-8950-FB68A852B139}" type="pres">
      <dgm:prSet presAssocID="{F89A7A59-551C-4359-968F-C6DDBEBC7D7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EEC9848-D3DC-4B0A-86D7-E0017D8DEE8B}" type="pres">
      <dgm:prSet presAssocID="{8937D341-87DB-4C7E-8AD4-69DC7CFDED35}" presName="spacer" presStyleCnt="0"/>
      <dgm:spPr/>
    </dgm:pt>
    <dgm:pt modelId="{94BE0980-435D-4607-970A-2309455A0294}" type="pres">
      <dgm:prSet presAssocID="{9E4F3226-02B5-4B43-AAE1-C47FA85FBA2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378C9CD-0CE2-49D3-80CE-6000E7377A6A}" type="pres">
      <dgm:prSet presAssocID="{2EC89695-5927-4649-BDCB-57136053EABD}" presName="spacer" presStyleCnt="0"/>
      <dgm:spPr/>
    </dgm:pt>
    <dgm:pt modelId="{BC8C909F-CF14-4DA7-BEEB-22DD2AF078F8}" type="pres">
      <dgm:prSet presAssocID="{3111057A-9FBA-4353-B0F4-355402CA7FE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1DE9929-1198-4FD9-8DB1-5E8202D5E256}" type="pres">
      <dgm:prSet presAssocID="{AD5E35AF-F198-4AD7-8264-E711F3F15930}" presName="spacer" presStyleCnt="0"/>
      <dgm:spPr/>
    </dgm:pt>
    <dgm:pt modelId="{6890DEC3-7E67-4EB6-BEE4-02B0758301EC}" type="pres">
      <dgm:prSet presAssocID="{548F2D31-6B5B-4850-BE0B-EB49E78DF05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B097218-0E1D-4AB9-8CE5-8119ECB4EBAA}" srcId="{A81F3A85-A7CC-4474-9B4F-3BCB36A3419C}" destId="{3111057A-9FBA-4353-B0F4-355402CA7FEF}" srcOrd="2" destOrd="0" parTransId="{24AB60E9-5A19-40A0-9A7D-D3271592A83C}" sibTransId="{AD5E35AF-F198-4AD7-8264-E711F3F15930}"/>
    <dgm:cxn modelId="{4F987A32-D026-4D1B-BA3E-9C0284F2EB3C}" type="presOf" srcId="{9E4F3226-02B5-4B43-AAE1-C47FA85FBA28}" destId="{94BE0980-435D-4607-970A-2309455A0294}" srcOrd="0" destOrd="0" presId="urn:microsoft.com/office/officeart/2005/8/layout/vList2"/>
    <dgm:cxn modelId="{2723363E-093C-40F6-AC80-23C345B2EDC5}" type="presOf" srcId="{3111057A-9FBA-4353-B0F4-355402CA7FEF}" destId="{BC8C909F-CF14-4DA7-BEEB-22DD2AF078F8}" srcOrd="0" destOrd="0" presId="urn:microsoft.com/office/officeart/2005/8/layout/vList2"/>
    <dgm:cxn modelId="{F9D55649-8CAF-4E8C-89F5-D9D6AACB0289}" srcId="{A81F3A85-A7CC-4474-9B4F-3BCB36A3419C}" destId="{9E4F3226-02B5-4B43-AAE1-C47FA85FBA28}" srcOrd="1" destOrd="0" parTransId="{9BC35F7A-424F-4570-97F5-F68751601E9F}" sibTransId="{2EC89695-5927-4649-BDCB-57136053EABD}"/>
    <dgm:cxn modelId="{F1C0528B-5CD8-4A6F-846C-087D3700654A}" type="presOf" srcId="{F89A7A59-551C-4359-968F-C6DDBEBC7D7E}" destId="{5E43DCCA-793A-45B4-8950-FB68A852B139}" srcOrd="0" destOrd="0" presId="urn:microsoft.com/office/officeart/2005/8/layout/vList2"/>
    <dgm:cxn modelId="{11B7EC8E-8B67-479E-88B4-87D982B8024F}" type="presOf" srcId="{548F2D31-6B5B-4850-BE0B-EB49E78DF056}" destId="{6890DEC3-7E67-4EB6-BEE4-02B0758301EC}" srcOrd="0" destOrd="0" presId="urn:microsoft.com/office/officeart/2005/8/layout/vList2"/>
    <dgm:cxn modelId="{6BC0079B-587A-49CA-BA0B-3526D980F544}" srcId="{A81F3A85-A7CC-4474-9B4F-3BCB36A3419C}" destId="{F89A7A59-551C-4359-968F-C6DDBEBC7D7E}" srcOrd="0" destOrd="0" parTransId="{5DBA9283-A499-4789-9A67-1A4E1C11689D}" sibTransId="{8937D341-87DB-4C7E-8AD4-69DC7CFDED35}"/>
    <dgm:cxn modelId="{AF482FD6-3DA5-4711-9E43-A269ACEA4BA9}" type="presOf" srcId="{A81F3A85-A7CC-4474-9B4F-3BCB36A3419C}" destId="{79DD49F9-032F-4105-A5A3-C2348532D79E}" srcOrd="0" destOrd="0" presId="urn:microsoft.com/office/officeart/2005/8/layout/vList2"/>
    <dgm:cxn modelId="{E972AFE6-C9E3-489E-B397-3A8BB1BA3DD0}" srcId="{A81F3A85-A7CC-4474-9B4F-3BCB36A3419C}" destId="{548F2D31-6B5B-4850-BE0B-EB49E78DF056}" srcOrd="3" destOrd="0" parTransId="{8115914F-76B4-4ADE-A8BA-47B6DDA79B3D}" sibTransId="{DE0C655D-7B1F-44B3-8FDB-9C43531F1538}"/>
    <dgm:cxn modelId="{80EDDBD1-2DF4-4035-8A3B-C893440BF938}" type="presParOf" srcId="{79DD49F9-032F-4105-A5A3-C2348532D79E}" destId="{5E43DCCA-793A-45B4-8950-FB68A852B139}" srcOrd="0" destOrd="0" presId="urn:microsoft.com/office/officeart/2005/8/layout/vList2"/>
    <dgm:cxn modelId="{B645125F-0EEA-4888-9EB3-000B78B817A3}" type="presParOf" srcId="{79DD49F9-032F-4105-A5A3-C2348532D79E}" destId="{3EEC9848-D3DC-4B0A-86D7-E0017D8DEE8B}" srcOrd="1" destOrd="0" presId="urn:microsoft.com/office/officeart/2005/8/layout/vList2"/>
    <dgm:cxn modelId="{C9975BCA-073E-4A4F-91C0-FFAF4C303F3D}" type="presParOf" srcId="{79DD49F9-032F-4105-A5A3-C2348532D79E}" destId="{94BE0980-435D-4607-970A-2309455A0294}" srcOrd="2" destOrd="0" presId="urn:microsoft.com/office/officeart/2005/8/layout/vList2"/>
    <dgm:cxn modelId="{83D6FEDD-4E04-4619-B10F-AB73A2B26A94}" type="presParOf" srcId="{79DD49F9-032F-4105-A5A3-C2348532D79E}" destId="{F378C9CD-0CE2-49D3-80CE-6000E7377A6A}" srcOrd="3" destOrd="0" presId="urn:microsoft.com/office/officeart/2005/8/layout/vList2"/>
    <dgm:cxn modelId="{FD294FA1-4841-4680-BD90-0071442E72EC}" type="presParOf" srcId="{79DD49F9-032F-4105-A5A3-C2348532D79E}" destId="{BC8C909F-CF14-4DA7-BEEB-22DD2AF078F8}" srcOrd="4" destOrd="0" presId="urn:microsoft.com/office/officeart/2005/8/layout/vList2"/>
    <dgm:cxn modelId="{218D9F3F-EE14-4CD4-934F-729094FA5DC1}" type="presParOf" srcId="{79DD49F9-032F-4105-A5A3-C2348532D79E}" destId="{41DE9929-1198-4FD9-8DB1-5E8202D5E256}" srcOrd="5" destOrd="0" presId="urn:microsoft.com/office/officeart/2005/8/layout/vList2"/>
    <dgm:cxn modelId="{8453DE4E-A6A9-48AF-AFB4-94146C030DBF}" type="presParOf" srcId="{79DD49F9-032F-4105-A5A3-C2348532D79E}" destId="{6890DEC3-7E67-4EB6-BEE4-02B0758301E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21B6A0F-5650-46A7-8103-C84EEEC28F5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271B133-C5BF-45E5-8047-074E7D33B47B}">
      <dgm:prSet/>
      <dgm:spPr/>
      <dgm:t>
        <a:bodyPr/>
        <a:lstStyle/>
        <a:p>
          <a:r>
            <a:rPr lang="en-US"/>
            <a:t>MIMIC-III:</a:t>
          </a:r>
        </a:p>
      </dgm:t>
    </dgm:pt>
    <dgm:pt modelId="{5914D917-4FF9-4511-866F-04463D134173}" type="parTrans" cxnId="{4CC8E018-C8E5-45C7-8F53-83B6012DA8AF}">
      <dgm:prSet/>
      <dgm:spPr/>
      <dgm:t>
        <a:bodyPr/>
        <a:lstStyle/>
        <a:p>
          <a:endParaRPr lang="en-US"/>
        </a:p>
      </dgm:t>
    </dgm:pt>
    <dgm:pt modelId="{036AC50B-188D-409F-868F-7B207B15665D}" type="sibTrans" cxnId="{4CC8E018-C8E5-45C7-8F53-83B6012DA8AF}">
      <dgm:prSet/>
      <dgm:spPr/>
      <dgm:t>
        <a:bodyPr/>
        <a:lstStyle/>
        <a:p>
          <a:endParaRPr lang="en-US"/>
        </a:p>
      </dgm:t>
    </dgm:pt>
    <dgm:pt modelId="{20C1070E-A68C-4940-AA05-A6AA870E7A67}">
      <dgm:prSet/>
      <dgm:spPr/>
      <dgm:t>
        <a:bodyPr/>
        <a:lstStyle/>
        <a:p>
          <a:r>
            <a:rPr lang="en-US"/>
            <a:t>ICU EHR data</a:t>
          </a:r>
        </a:p>
      </dgm:t>
    </dgm:pt>
    <dgm:pt modelId="{369AE3E0-5448-49C2-B381-C2571338CE13}" type="parTrans" cxnId="{5A7057B9-6B73-497F-81CA-4176C4446D83}">
      <dgm:prSet/>
      <dgm:spPr/>
      <dgm:t>
        <a:bodyPr/>
        <a:lstStyle/>
        <a:p>
          <a:endParaRPr lang="en-US"/>
        </a:p>
      </dgm:t>
    </dgm:pt>
    <dgm:pt modelId="{AC100FD6-10E9-4FDB-B8F5-7B3FC9AACC05}" type="sibTrans" cxnId="{5A7057B9-6B73-497F-81CA-4176C4446D83}">
      <dgm:prSet/>
      <dgm:spPr/>
      <dgm:t>
        <a:bodyPr/>
        <a:lstStyle/>
        <a:p>
          <a:endParaRPr lang="en-US"/>
        </a:p>
      </dgm:t>
    </dgm:pt>
    <dgm:pt modelId="{CE3B5B7C-0DA1-434E-9283-27A71F5E039A}">
      <dgm:prSet/>
      <dgm:spPr/>
      <dgm:t>
        <a:bodyPr/>
        <a:lstStyle/>
        <a:p>
          <a:r>
            <a:rPr lang="en-US"/>
            <a:t>Diagnoses, procedures, medications</a:t>
          </a:r>
        </a:p>
      </dgm:t>
    </dgm:pt>
    <dgm:pt modelId="{1BD90D54-4785-441F-B0B2-A21A17697349}" type="parTrans" cxnId="{1226E36B-E77A-4D4F-BF1E-EF27FB2FA10A}">
      <dgm:prSet/>
      <dgm:spPr/>
      <dgm:t>
        <a:bodyPr/>
        <a:lstStyle/>
        <a:p>
          <a:endParaRPr lang="en-US"/>
        </a:p>
      </dgm:t>
    </dgm:pt>
    <dgm:pt modelId="{07BDC0DB-45DA-49C6-A28F-0042AC9996EF}" type="sibTrans" cxnId="{1226E36B-E77A-4D4F-BF1E-EF27FB2FA10A}">
      <dgm:prSet/>
      <dgm:spPr/>
      <dgm:t>
        <a:bodyPr/>
        <a:lstStyle/>
        <a:p>
          <a:endParaRPr lang="en-US"/>
        </a:p>
      </dgm:t>
    </dgm:pt>
    <dgm:pt modelId="{372FF62A-7F7D-4434-8230-A708D1570C34}">
      <dgm:prSet/>
      <dgm:spPr/>
      <dgm:t>
        <a:bodyPr/>
        <a:lstStyle/>
        <a:p>
          <a:r>
            <a:rPr lang="en-US"/>
            <a:t>MIMIC-IV:</a:t>
          </a:r>
        </a:p>
      </dgm:t>
    </dgm:pt>
    <dgm:pt modelId="{58B2A271-E779-4A3E-A503-627E7F34BAA7}" type="parTrans" cxnId="{F8734E99-A1D1-4857-9E5C-D9E982592F83}">
      <dgm:prSet/>
      <dgm:spPr/>
      <dgm:t>
        <a:bodyPr/>
        <a:lstStyle/>
        <a:p>
          <a:endParaRPr lang="en-US"/>
        </a:p>
      </dgm:t>
    </dgm:pt>
    <dgm:pt modelId="{CD926B2E-E700-4172-806C-FEDBC1AD52CD}" type="sibTrans" cxnId="{F8734E99-A1D1-4857-9E5C-D9E982592F83}">
      <dgm:prSet/>
      <dgm:spPr/>
      <dgm:t>
        <a:bodyPr/>
        <a:lstStyle/>
        <a:p>
          <a:endParaRPr lang="en-US"/>
        </a:p>
      </dgm:t>
    </dgm:pt>
    <dgm:pt modelId="{F9069AA0-FF8B-4CF4-83AE-D03C50C560B2}">
      <dgm:prSet/>
      <dgm:spPr/>
      <dgm:t>
        <a:bodyPr/>
        <a:lstStyle/>
        <a:p>
          <a:r>
            <a:rPr lang="en-US"/>
            <a:t>Updated and larger dataset</a:t>
          </a:r>
        </a:p>
      </dgm:t>
    </dgm:pt>
    <dgm:pt modelId="{F007224B-CDB6-4E39-87E0-A614DE83B02F}" type="parTrans" cxnId="{9B744E5A-5C08-4ECE-B519-05FC5186FD8B}">
      <dgm:prSet/>
      <dgm:spPr/>
      <dgm:t>
        <a:bodyPr/>
        <a:lstStyle/>
        <a:p>
          <a:endParaRPr lang="en-US"/>
        </a:p>
      </dgm:t>
    </dgm:pt>
    <dgm:pt modelId="{B22EA505-EE1B-467C-BFD4-97978ACAA363}" type="sibTrans" cxnId="{9B744E5A-5C08-4ECE-B519-05FC5186FD8B}">
      <dgm:prSet/>
      <dgm:spPr/>
      <dgm:t>
        <a:bodyPr/>
        <a:lstStyle/>
        <a:p>
          <a:endParaRPr lang="en-US"/>
        </a:p>
      </dgm:t>
    </dgm:pt>
    <dgm:pt modelId="{E760727A-9990-48D3-8435-D8FAD242A42B}">
      <dgm:prSet/>
      <dgm:spPr/>
      <dgm:t>
        <a:bodyPr/>
        <a:lstStyle/>
        <a:p>
          <a:r>
            <a:rPr lang="en-US"/>
            <a:t>Used for evaluation</a:t>
          </a:r>
        </a:p>
      </dgm:t>
    </dgm:pt>
    <dgm:pt modelId="{A06F89B3-72D8-4BEC-A7FF-86711AB91258}" type="parTrans" cxnId="{7EB7EA6E-FA6F-44A2-B6E7-48F3CF76A1BE}">
      <dgm:prSet/>
      <dgm:spPr/>
      <dgm:t>
        <a:bodyPr/>
        <a:lstStyle/>
        <a:p>
          <a:endParaRPr lang="en-US"/>
        </a:p>
      </dgm:t>
    </dgm:pt>
    <dgm:pt modelId="{07DB8A24-8F17-4BED-87CA-56AE67F7761B}" type="sibTrans" cxnId="{7EB7EA6E-FA6F-44A2-B6E7-48F3CF76A1BE}">
      <dgm:prSet/>
      <dgm:spPr/>
      <dgm:t>
        <a:bodyPr/>
        <a:lstStyle/>
        <a:p>
          <a:endParaRPr lang="en-US"/>
        </a:p>
      </dgm:t>
    </dgm:pt>
    <dgm:pt modelId="{A6E1528A-8521-4CB9-8D3F-7A809DA5B71D}" type="pres">
      <dgm:prSet presAssocID="{521B6A0F-5650-46A7-8103-C84EEEC28F5E}" presName="linear" presStyleCnt="0">
        <dgm:presLayoutVars>
          <dgm:animLvl val="lvl"/>
          <dgm:resizeHandles val="exact"/>
        </dgm:presLayoutVars>
      </dgm:prSet>
      <dgm:spPr/>
    </dgm:pt>
    <dgm:pt modelId="{E3CD56B3-7E50-46A2-A192-AA2F0AD26E37}" type="pres">
      <dgm:prSet presAssocID="{7271B133-C5BF-45E5-8047-074E7D33B47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56B0C73-EE75-4FC9-AE62-2E6E44711C04}" type="pres">
      <dgm:prSet presAssocID="{7271B133-C5BF-45E5-8047-074E7D33B47B}" presName="childText" presStyleLbl="revTx" presStyleIdx="0" presStyleCnt="2">
        <dgm:presLayoutVars>
          <dgm:bulletEnabled val="1"/>
        </dgm:presLayoutVars>
      </dgm:prSet>
      <dgm:spPr/>
    </dgm:pt>
    <dgm:pt modelId="{2660F56D-1287-44C2-9FA3-B91AE24EDFE5}" type="pres">
      <dgm:prSet presAssocID="{372FF62A-7F7D-4434-8230-A708D1570C3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1075A75-8298-4A53-8CD1-A193568C9139}" type="pres">
      <dgm:prSet presAssocID="{372FF62A-7F7D-4434-8230-A708D1570C34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CC8E018-C8E5-45C7-8F53-83B6012DA8AF}" srcId="{521B6A0F-5650-46A7-8103-C84EEEC28F5E}" destId="{7271B133-C5BF-45E5-8047-074E7D33B47B}" srcOrd="0" destOrd="0" parTransId="{5914D917-4FF9-4511-866F-04463D134173}" sibTransId="{036AC50B-188D-409F-868F-7B207B15665D}"/>
    <dgm:cxn modelId="{ED01CA1A-69F9-4187-8940-82CC9048AD0B}" type="presOf" srcId="{CE3B5B7C-0DA1-434E-9283-27A71F5E039A}" destId="{956B0C73-EE75-4FC9-AE62-2E6E44711C04}" srcOrd="0" destOrd="1" presId="urn:microsoft.com/office/officeart/2005/8/layout/vList2"/>
    <dgm:cxn modelId="{F9272C1E-5BEB-483B-99A1-22A14BA4563A}" type="presOf" srcId="{7271B133-C5BF-45E5-8047-074E7D33B47B}" destId="{E3CD56B3-7E50-46A2-A192-AA2F0AD26E37}" srcOrd="0" destOrd="0" presId="urn:microsoft.com/office/officeart/2005/8/layout/vList2"/>
    <dgm:cxn modelId="{DCE5CF3F-E1AB-4843-9300-C6AD74F27A22}" type="presOf" srcId="{F9069AA0-FF8B-4CF4-83AE-D03C50C560B2}" destId="{41075A75-8298-4A53-8CD1-A193568C9139}" srcOrd="0" destOrd="0" presId="urn:microsoft.com/office/officeart/2005/8/layout/vList2"/>
    <dgm:cxn modelId="{1226E36B-E77A-4D4F-BF1E-EF27FB2FA10A}" srcId="{7271B133-C5BF-45E5-8047-074E7D33B47B}" destId="{CE3B5B7C-0DA1-434E-9283-27A71F5E039A}" srcOrd="1" destOrd="0" parTransId="{1BD90D54-4785-441F-B0B2-A21A17697349}" sibTransId="{07BDC0DB-45DA-49C6-A28F-0042AC9996EF}"/>
    <dgm:cxn modelId="{7EB7EA6E-FA6F-44A2-B6E7-48F3CF76A1BE}" srcId="{372FF62A-7F7D-4434-8230-A708D1570C34}" destId="{E760727A-9990-48D3-8435-D8FAD242A42B}" srcOrd="1" destOrd="0" parTransId="{A06F89B3-72D8-4BEC-A7FF-86711AB91258}" sibTransId="{07DB8A24-8F17-4BED-87CA-56AE67F7761B}"/>
    <dgm:cxn modelId="{F6111E55-CBF6-4864-AFDB-8D379CD87EDA}" type="presOf" srcId="{E760727A-9990-48D3-8435-D8FAD242A42B}" destId="{41075A75-8298-4A53-8CD1-A193568C9139}" srcOrd="0" destOrd="1" presId="urn:microsoft.com/office/officeart/2005/8/layout/vList2"/>
    <dgm:cxn modelId="{8FBDDF76-1112-4DF8-BCAF-C47C56CE3F79}" type="presOf" srcId="{521B6A0F-5650-46A7-8103-C84EEEC28F5E}" destId="{A6E1528A-8521-4CB9-8D3F-7A809DA5B71D}" srcOrd="0" destOrd="0" presId="urn:microsoft.com/office/officeart/2005/8/layout/vList2"/>
    <dgm:cxn modelId="{9B744E5A-5C08-4ECE-B519-05FC5186FD8B}" srcId="{372FF62A-7F7D-4434-8230-A708D1570C34}" destId="{F9069AA0-FF8B-4CF4-83AE-D03C50C560B2}" srcOrd="0" destOrd="0" parTransId="{F007224B-CDB6-4E39-87E0-A614DE83B02F}" sibTransId="{B22EA505-EE1B-467C-BFD4-97978ACAA363}"/>
    <dgm:cxn modelId="{87C0F37B-5C80-44ED-8568-FC6396BA71EE}" type="presOf" srcId="{20C1070E-A68C-4940-AA05-A6AA870E7A67}" destId="{956B0C73-EE75-4FC9-AE62-2E6E44711C04}" srcOrd="0" destOrd="0" presId="urn:microsoft.com/office/officeart/2005/8/layout/vList2"/>
    <dgm:cxn modelId="{F8734E99-A1D1-4857-9E5C-D9E982592F83}" srcId="{521B6A0F-5650-46A7-8103-C84EEEC28F5E}" destId="{372FF62A-7F7D-4434-8230-A708D1570C34}" srcOrd="1" destOrd="0" parTransId="{58B2A271-E779-4A3E-A503-627E7F34BAA7}" sibTransId="{CD926B2E-E700-4172-806C-FEDBC1AD52CD}"/>
    <dgm:cxn modelId="{5A7057B9-6B73-497F-81CA-4176C4446D83}" srcId="{7271B133-C5BF-45E5-8047-074E7D33B47B}" destId="{20C1070E-A68C-4940-AA05-A6AA870E7A67}" srcOrd="0" destOrd="0" parTransId="{369AE3E0-5448-49C2-B381-C2571338CE13}" sibTransId="{AC100FD6-10E9-4FDB-B8F5-7B3FC9AACC05}"/>
    <dgm:cxn modelId="{07E3DCFC-69D0-40C5-8539-F708C4142C91}" type="presOf" srcId="{372FF62A-7F7D-4434-8230-A708D1570C34}" destId="{2660F56D-1287-44C2-9FA3-B91AE24EDFE5}" srcOrd="0" destOrd="0" presId="urn:microsoft.com/office/officeart/2005/8/layout/vList2"/>
    <dgm:cxn modelId="{2CBB9035-DA71-49BF-A65F-F79FF06CDEA6}" type="presParOf" srcId="{A6E1528A-8521-4CB9-8D3F-7A809DA5B71D}" destId="{E3CD56B3-7E50-46A2-A192-AA2F0AD26E37}" srcOrd="0" destOrd="0" presId="urn:microsoft.com/office/officeart/2005/8/layout/vList2"/>
    <dgm:cxn modelId="{CF7A9256-A0D2-4BE3-B3A9-DDB24323DF60}" type="presParOf" srcId="{A6E1528A-8521-4CB9-8D3F-7A809DA5B71D}" destId="{956B0C73-EE75-4FC9-AE62-2E6E44711C04}" srcOrd="1" destOrd="0" presId="urn:microsoft.com/office/officeart/2005/8/layout/vList2"/>
    <dgm:cxn modelId="{DD8B358C-0BD3-45BC-B4B6-AD97B459116C}" type="presParOf" srcId="{A6E1528A-8521-4CB9-8D3F-7A809DA5B71D}" destId="{2660F56D-1287-44C2-9FA3-B91AE24EDFE5}" srcOrd="2" destOrd="0" presId="urn:microsoft.com/office/officeart/2005/8/layout/vList2"/>
    <dgm:cxn modelId="{CF8AE898-B6EF-49DE-9163-25C7EAA9FE1D}" type="presParOf" srcId="{A6E1528A-8521-4CB9-8D3F-7A809DA5B71D}" destId="{41075A75-8298-4A53-8CD1-A193568C9139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67E6D96-A415-4D52-9DF3-45BB1C1C24F7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99FD461-17E6-4170-8B5A-F53982ED1E4B}">
      <dgm:prSet/>
      <dgm:spPr/>
      <dgm:t>
        <a:bodyPr/>
        <a:lstStyle/>
        <a:p>
          <a:r>
            <a:rPr lang="en-US"/>
            <a:t>KGDNet Results:</a:t>
          </a:r>
        </a:p>
      </dgm:t>
    </dgm:pt>
    <dgm:pt modelId="{FDA881E8-DC1D-4D7D-AA8C-9ABDB2332035}" type="parTrans" cxnId="{24AA5E67-DDA0-42A0-A763-1C15447E6E09}">
      <dgm:prSet/>
      <dgm:spPr/>
      <dgm:t>
        <a:bodyPr/>
        <a:lstStyle/>
        <a:p>
          <a:endParaRPr lang="en-US"/>
        </a:p>
      </dgm:t>
    </dgm:pt>
    <dgm:pt modelId="{1AFD1D8D-C911-4FA9-ACCF-A469B392E051}" type="sibTrans" cxnId="{24AA5E67-DDA0-42A0-A763-1C15447E6E09}">
      <dgm:prSet/>
      <dgm:spPr/>
      <dgm:t>
        <a:bodyPr/>
        <a:lstStyle/>
        <a:p>
          <a:endParaRPr lang="en-US"/>
        </a:p>
      </dgm:t>
    </dgm:pt>
    <dgm:pt modelId="{7B6BC4E5-ED9C-4622-BD3D-6EE32AB9B85F}">
      <dgm:prSet/>
      <dgm:spPr/>
      <dgm:t>
        <a:bodyPr/>
        <a:lstStyle/>
        <a:p>
          <a:r>
            <a:rPr lang="en-US"/>
            <a:t>F1 Score ≈ 0.68</a:t>
          </a:r>
        </a:p>
      </dgm:t>
    </dgm:pt>
    <dgm:pt modelId="{B7307AA8-E12D-443D-90AC-897D15F904E7}" type="parTrans" cxnId="{667B4D46-7807-4D8E-9CD4-B956EBB57283}">
      <dgm:prSet/>
      <dgm:spPr/>
      <dgm:t>
        <a:bodyPr/>
        <a:lstStyle/>
        <a:p>
          <a:endParaRPr lang="en-US"/>
        </a:p>
      </dgm:t>
    </dgm:pt>
    <dgm:pt modelId="{D3E2FD9F-0369-48FD-8DCD-A9535E037A5E}" type="sibTrans" cxnId="{667B4D46-7807-4D8E-9CD4-B956EBB57283}">
      <dgm:prSet/>
      <dgm:spPr/>
      <dgm:t>
        <a:bodyPr/>
        <a:lstStyle/>
        <a:p>
          <a:endParaRPr lang="en-US"/>
        </a:p>
      </dgm:t>
    </dgm:pt>
    <dgm:pt modelId="{56A3EA6F-34BD-4A10-99B8-A4804C567DA5}">
      <dgm:prSet/>
      <dgm:spPr/>
      <dgm:t>
        <a:bodyPr/>
        <a:lstStyle/>
        <a:p>
          <a:r>
            <a:rPr lang="en-US"/>
            <a:t>Jaccard Similarity ≈ 0.52</a:t>
          </a:r>
        </a:p>
      </dgm:t>
    </dgm:pt>
    <dgm:pt modelId="{74AABDC2-CD86-49D6-9358-F7880A485187}" type="parTrans" cxnId="{B3AB9CAB-4CE7-4B08-9308-0621B8A65CA5}">
      <dgm:prSet/>
      <dgm:spPr/>
      <dgm:t>
        <a:bodyPr/>
        <a:lstStyle/>
        <a:p>
          <a:endParaRPr lang="en-US"/>
        </a:p>
      </dgm:t>
    </dgm:pt>
    <dgm:pt modelId="{AA3D384E-0FB6-4D1F-AB48-BC5555365D9C}" type="sibTrans" cxnId="{B3AB9CAB-4CE7-4B08-9308-0621B8A65CA5}">
      <dgm:prSet/>
      <dgm:spPr/>
      <dgm:t>
        <a:bodyPr/>
        <a:lstStyle/>
        <a:p>
          <a:endParaRPr lang="en-US"/>
        </a:p>
      </dgm:t>
    </dgm:pt>
    <dgm:pt modelId="{C7C17395-365B-4B50-A1EA-E5C89F91DDE4}">
      <dgm:prSet/>
      <dgm:spPr/>
      <dgm:t>
        <a:bodyPr/>
        <a:lstStyle/>
        <a:p>
          <a:r>
            <a:rPr lang="en-US"/>
            <a:t>Lower DDI Rate</a:t>
          </a:r>
        </a:p>
      </dgm:t>
    </dgm:pt>
    <dgm:pt modelId="{2A946E78-74F0-4FFC-AF92-0B91DDC8A3C9}" type="parTrans" cxnId="{89E53679-EE95-40EB-A211-27690DA795C7}">
      <dgm:prSet/>
      <dgm:spPr/>
      <dgm:t>
        <a:bodyPr/>
        <a:lstStyle/>
        <a:p>
          <a:endParaRPr lang="en-US"/>
        </a:p>
      </dgm:t>
    </dgm:pt>
    <dgm:pt modelId="{E2F24654-97A7-472C-A46C-7E8B0CBDB0CD}" type="sibTrans" cxnId="{89E53679-EE95-40EB-A211-27690DA795C7}">
      <dgm:prSet/>
      <dgm:spPr/>
      <dgm:t>
        <a:bodyPr/>
        <a:lstStyle/>
        <a:p>
          <a:endParaRPr lang="en-US"/>
        </a:p>
      </dgm:t>
    </dgm:pt>
    <dgm:pt modelId="{3384EF3C-2FFC-4161-9FFD-FDE5C3B1931D}">
      <dgm:prSet/>
      <dgm:spPr/>
      <dgm:t>
        <a:bodyPr/>
        <a:lstStyle/>
        <a:p>
          <a:r>
            <a:rPr lang="en-US"/>
            <a:t>Outperforms baseline models.</a:t>
          </a:r>
        </a:p>
      </dgm:t>
    </dgm:pt>
    <dgm:pt modelId="{AA636ED3-4885-4FA7-8227-8B25BBE8AFAB}" type="parTrans" cxnId="{5C33FC07-BCAC-4237-8F9C-1DD4ECD76236}">
      <dgm:prSet/>
      <dgm:spPr/>
      <dgm:t>
        <a:bodyPr/>
        <a:lstStyle/>
        <a:p>
          <a:endParaRPr lang="en-US"/>
        </a:p>
      </dgm:t>
    </dgm:pt>
    <dgm:pt modelId="{7EA36FC9-1F34-478E-81A2-E03EC8A361D8}" type="sibTrans" cxnId="{5C33FC07-BCAC-4237-8F9C-1DD4ECD76236}">
      <dgm:prSet/>
      <dgm:spPr/>
      <dgm:t>
        <a:bodyPr/>
        <a:lstStyle/>
        <a:p>
          <a:endParaRPr lang="en-US"/>
        </a:p>
      </dgm:t>
    </dgm:pt>
    <dgm:pt modelId="{2B677D50-35BC-4681-B486-4AD7AA97B248}" type="pres">
      <dgm:prSet presAssocID="{867E6D96-A415-4D52-9DF3-45BB1C1C24F7}" presName="vert0" presStyleCnt="0">
        <dgm:presLayoutVars>
          <dgm:dir/>
          <dgm:animOne val="branch"/>
          <dgm:animLvl val="lvl"/>
        </dgm:presLayoutVars>
      </dgm:prSet>
      <dgm:spPr/>
    </dgm:pt>
    <dgm:pt modelId="{3D1E2E42-6866-421D-9F32-1CD5B75305B3}" type="pres">
      <dgm:prSet presAssocID="{399FD461-17E6-4170-8B5A-F53982ED1E4B}" presName="thickLine" presStyleLbl="alignNode1" presStyleIdx="0" presStyleCnt="5"/>
      <dgm:spPr/>
    </dgm:pt>
    <dgm:pt modelId="{6509E1D1-734E-44DA-8B2E-D74442E956F7}" type="pres">
      <dgm:prSet presAssocID="{399FD461-17E6-4170-8B5A-F53982ED1E4B}" presName="horz1" presStyleCnt="0"/>
      <dgm:spPr/>
    </dgm:pt>
    <dgm:pt modelId="{2717E01F-FC6A-4F72-A517-8F9460451A93}" type="pres">
      <dgm:prSet presAssocID="{399FD461-17E6-4170-8B5A-F53982ED1E4B}" presName="tx1" presStyleLbl="revTx" presStyleIdx="0" presStyleCnt="5"/>
      <dgm:spPr/>
    </dgm:pt>
    <dgm:pt modelId="{7595FB80-68CB-4B26-B671-57E80A6B7A1A}" type="pres">
      <dgm:prSet presAssocID="{399FD461-17E6-4170-8B5A-F53982ED1E4B}" presName="vert1" presStyleCnt="0"/>
      <dgm:spPr/>
    </dgm:pt>
    <dgm:pt modelId="{14BE8FA8-3998-4D42-AFBE-CA9D18FCCEC0}" type="pres">
      <dgm:prSet presAssocID="{7B6BC4E5-ED9C-4622-BD3D-6EE32AB9B85F}" presName="thickLine" presStyleLbl="alignNode1" presStyleIdx="1" presStyleCnt="5"/>
      <dgm:spPr/>
    </dgm:pt>
    <dgm:pt modelId="{8E7BA680-DC20-473F-A59D-39F8B52BB28A}" type="pres">
      <dgm:prSet presAssocID="{7B6BC4E5-ED9C-4622-BD3D-6EE32AB9B85F}" presName="horz1" presStyleCnt="0"/>
      <dgm:spPr/>
    </dgm:pt>
    <dgm:pt modelId="{198B15FD-D501-4052-B1C3-91879869D5CB}" type="pres">
      <dgm:prSet presAssocID="{7B6BC4E5-ED9C-4622-BD3D-6EE32AB9B85F}" presName="tx1" presStyleLbl="revTx" presStyleIdx="1" presStyleCnt="5"/>
      <dgm:spPr/>
    </dgm:pt>
    <dgm:pt modelId="{BA691216-A80A-4772-8BF8-7DA97298CA04}" type="pres">
      <dgm:prSet presAssocID="{7B6BC4E5-ED9C-4622-BD3D-6EE32AB9B85F}" presName="vert1" presStyleCnt="0"/>
      <dgm:spPr/>
    </dgm:pt>
    <dgm:pt modelId="{6D9B9EF4-22D5-47D6-A3D7-B9134CCE568E}" type="pres">
      <dgm:prSet presAssocID="{56A3EA6F-34BD-4A10-99B8-A4804C567DA5}" presName="thickLine" presStyleLbl="alignNode1" presStyleIdx="2" presStyleCnt="5"/>
      <dgm:spPr/>
    </dgm:pt>
    <dgm:pt modelId="{2ED0BE16-FC33-4FD1-9DA4-8BB1820B8092}" type="pres">
      <dgm:prSet presAssocID="{56A3EA6F-34BD-4A10-99B8-A4804C567DA5}" presName="horz1" presStyleCnt="0"/>
      <dgm:spPr/>
    </dgm:pt>
    <dgm:pt modelId="{4FF342B1-E618-4AF1-A969-C4E313D2F253}" type="pres">
      <dgm:prSet presAssocID="{56A3EA6F-34BD-4A10-99B8-A4804C567DA5}" presName="tx1" presStyleLbl="revTx" presStyleIdx="2" presStyleCnt="5"/>
      <dgm:spPr/>
    </dgm:pt>
    <dgm:pt modelId="{041659DF-FBA7-4AF4-A0CE-6A0D050DB1B4}" type="pres">
      <dgm:prSet presAssocID="{56A3EA6F-34BD-4A10-99B8-A4804C567DA5}" presName="vert1" presStyleCnt="0"/>
      <dgm:spPr/>
    </dgm:pt>
    <dgm:pt modelId="{E9EB8A3D-3C63-453E-83E6-77A7E94DC689}" type="pres">
      <dgm:prSet presAssocID="{C7C17395-365B-4B50-A1EA-E5C89F91DDE4}" presName="thickLine" presStyleLbl="alignNode1" presStyleIdx="3" presStyleCnt="5"/>
      <dgm:spPr/>
    </dgm:pt>
    <dgm:pt modelId="{422C1A04-7D40-4592-B73C-95499E9C7DA0}" type="pres">
      <dgm:prSet presAssocID="{C7C17395-365B-4B50-A1EA-E5C89F91DDE4}" presName="horz1" presStyleCnt="0"/>
      <dgm:spPr/>
    </dgm:pt>
    <dgm:pt modelId="{9F862135-0E48-42D2-920F-863208123383}" type="pres">
      <dgm:prSet presAssocID="{C7C17395-365B-4B50-A1EA-E5C89F91DDE4}" presName="tx1" presStyleLbl="revTx" presStyleIdx="3" presStyleCnt="5"/>
      <dgm:spPr/>
    </dgm:pt>
    <dgm:pt modelId="{14B876E2-5D1A-439C-909C-29C81EC83100}" type="pres">
      <dgm:prSet presAssocID="{C7C17395-365B-4B50-A1EA-E5C89F91DDE4}" presName="vert1" presStyleCnt="0"/>
      <dgm:spPr/>
    </dgm:pt>
    <dgm:pt modelId="{51BE7986-F766-4B39-A640-6475FC23CEB7}" type="pres">
      <dgm:prSet presAssocID="{3384EF3C-2FFC-4161-9FFD-FDE5C3B1931D}" presName="thickLine" presStyleLbl="alignNode1" presStyleIdx="4" presStyleCnt="5"/>
      <dgm:spPr/>
    </dgm:pt>
    <dgm:pt modelId="{F4772A1A-AF72-425B-AEE0-0DCFAD83E85C}" type="pres">
      <dgm:prSet presAssocID="{3384EF3C-2FFC-4161-9FFD-FDE5C3B1931D}" presName="horz1" presStyleCnt="0"/>
      <dgm:spPr/>
    </dgm:pt>
    <dgm:pt modelId="{A58743E1-AE75-428D-A967-8B85EF2337DF}" type="pres">
      <dgm:prSet presAssocID="{3384EF3C-2FFC-4161-9FFD-FDE5C3B1931D}" presName="tx1" presStyleLbl="revTx" presStyleIdx="4" presStyleCnt="5"/>
      <dgm:spPr/>
    </dgm:pt>
    <dgm:pt modelId="{71C9DED6-46D6-4E08-BE0E-1070130E4163}" type="pres">
      <dgm:prSet presAssocID="{3384EF3C-2FFC-4161-9FFD-FDE5C3B1931D}" presName="vert1" presStyleCnt="0"/>
      <dgm:spPr/>
    </dgm:pt>
  </dgm:ptLst>
  <dgm:cxnLst>
    <dgm:cxn modelId="{5C33FC07-BCAC-4237-8F9C-1DD4ECD76236}" srcId="{867E6D96-A415-4D52-9DF3-45BB1C1C24F7}" destId="{3384EF3C-2FFC-4161-9FFD-FDE5C3B1931D}" srcOrd="4" destOrd="0" parTransId="{AA636ED3-4885-4FA7-8227-8B25BBE8AFAB}" sibTransId="{7EA36FC9-1F34-478E-81A2-E03EC8A361D8}"/>
    <dgm:cxn modelId="{2A845409-7F32-424C-9902-324845821BCF}" type="presOf" srcId="{C7C17395-365B-4B50-A1EA-E5C89F91DDE4}" destId="{9F862135-0E48-42D2-920F-863208123383}" srcOrd="0" destOrd="0" presId="urn:microsoft.com/office/officeart/2008/layout/LinedList"/>
    <dgm:cxn modelId="{AA864D29-1ACE-45AE-9C13-FCACD599F009}" type="presOf" srcId="{867E6D96-A415-4D52-9DF3-45BB1C1C24F7}" destId="{2B677D50-35BC-4681-B486-4AD7AA97B248}" srcOrd="0" destOrd="0" presId="urn:microsoft.com/office/officeart/2008/layout/LinedList"/>
    <dgm:cxn modelId="{667B4D46-7807-4D8E-9CD4-B956EBB57283}" srcId="{867E6D96-A415-4D52-9DF3-45BB1C1C24F7}" destId="{7B6BC4E5-ED9C-4622-BD3D-6EE32AB9B85F}" srcOrd="1" destOrd="0" parTransId="{B7307AA8-E12D-443D-90AC-897D15F904E7}" sibTransId="{D3E2FD9F-0369-48FD-8DCD-A9535E037A5E}"/>
    <dgm:cxn modelId="{5CA81647-395C-44A1-A982-374E6BEC9E6C}" type="presOf" srcId="{7B6BC4E5-ED9C-4622-BD3D-6EE32AB9B85F}" destId="{198B15FD-D501-4052-B1C3-91879869D5CB}" srcOrd="0" destOrd="0" presId="urn:microsoft.com/office/officeart/2008/layout/LinedList"/>
    <dgm:cxn modelId="{24AA5E67-DDA0-42A0-A763-1C15447E6E09}" srcId="{867E6D96-A415-4D52-9DF3-45BB1C1C24F7}" destId="{399FD461-17E6-4170-8B5A-F53982ED1E4B}" srcOrd="0" destOrd="0" parTransId="{FDA881E8-DC1D-4D7D-AA8C-9ABDB2332035}" sibTransId="{1AFD1D8D-C911-4FA9-ACCF-A469B392E051}"/>
    <dgm:cxn modelId="{6A5D0448-560C-4937-A6C4-CC6A5108947E}" type="presOf" srcId="{399FD461-17E6-4170-8B5A-F53982ED1E4B}" destId="{2717E01F-FC6A-4F72-A517-8F9460451A93}" srcOrd="0" destOrd="0" presId="urn:microsoft.com/office/officeart/2008/layout/LinedList"/>
    <dgm:cxn modelId="{89E53679-EE95-40EB-A211-27690DA795C7}" srcId="{867E6D96-A415-4D52-9DF3-45BB1C1C24F7}" destId="{C7C17395-365B-4B50-A1EA-E5C89F91DDE4}" srcOrd="3" destOrd="0" parTransId="{2A946E78-74F0-4FFC-AF92-0B91DDC8A3C9}" sibTransId="{E2F24654-97A7-472C-A46C-7E8B0CBDB0CD}"/>
    <dgm:cxn modelId="{CD0E0E84-4738-4999-8693-A88E0CB10F8A}" type="presOf" srcId="{56A3EA6F-34BD-4A10-99B8-A4804C567DA5}" destId="{4FF342B1-E618-4AF1-A969-C4E313D2F253}" srcOrd="0" destOrd="0" presId="urn:microsoft.com/office/officeart/2008/layout/LinedList"/>
    <dgm:cxn modelId="{B3AB9CAB-4CE7-4B08-9308-0621B8A65CA5}" srcId="{867E6D96-A415-4D52-9DF3-45BB1C1C24F7}" destId="{56A3EA6F-34BD-4A10-99B8-A4804C567DA5}" srcOrd="2" destOrd="0" parTransId="{74AABDC2-CD86-49D6-9358-F7880A485187}" sibTransId="{AA3D384E-0FB6-4D1F-AB48-BC5555365D9C}"/>
    <dgm:cxn modelId="{E0788FB2-080C-4C52-A931-DC1A97F1715F}" type="presOf" srcId="{3384EF3C-2FFC-4161-9FFD-FDE5C3B1931D}" destId="{A58743E1-AE75-428D-A967-8B85EF2337DF}" srcOrd="0" destOrd="0" presId="urn:microsoft.com/office/officeart/2008/layout/LinedList"/>
    <dgm:cxn modelId="{47AF9193-04B1-473A-977C-F78C4D19F578}" type="presParOf" srcId="{2B677D50-35BC-4681-B486-4AD7AA97B248}" destId="{3D1E2E42-6866-421D-9F32-1CD5B75305B3}" srcOrd="0" destOrd="0" presId="urn:microsoft.com/office/officeart/2008/layout/LinedList"/>
    <dgm:cxn modelId="{0AF62FA6-F05A-4BBB-A72C-3DAB6736CA89}" type="presParOf" srcId="{2B677D50-35BC-4681-B486-4AD7AA97B248}" destId="{6509E1D1-734E-44DA-8B2E-D74442E956F7}" srcOrd="1" destOrd="0" presId="urn:microsoft.com/office/officeart/2008/layout/LinedList"/>
    <dgm:cxn modelId="{4DCF93BA-3D1D-4C1C-BE9C-0806A6259504}" type="presParOf" srcId="{6509E1D1-734E-44DA-8B2E-D74442E956F7}" destId="{2717E01F-FC6A-4F72-A517-8F9460451A93}" srcOrd="0" destOrd="0" presId="urn:microsoft.com/office/officeart/2008/layout/LinedList"/>
    <dgm:cxn modelId="{5C3EF5DE-335B-4A29-BA61-F2BD01A188AF}" type="presParOf" srcId="{6509E1D1-734E-44DA-8B2E-D74442E956F7}" destId="{7595FB80-68CB-4B26-B671-57E80A6B7A1A}" srcOrd="1" destOrd="0" presId="urn:microsoft.com/office/officeart/2008/layout/LinedList"/>
    <dgm:cxn modelId="{91D5D33D-62A5-4763-B97B-F482F58EFA3D}" type="presParOf" srcId="{2B677D50-35BC-4681-B486-4AD7AA97B248}" destId="{14BE8FA8-3998-4D42-AFBE-CA9D18FCCEC0}" srcOrd="2" destOrd="0" presId="urn:microsoft.com/office/officeart/2008/layout/LinedList"/>
    <dgm:cxn modelId="{E7F4E090-8842-433C-8C55-4BBD40B23D7D}" type="presParOf" srcId="{2B677D50-35BC-4681-B486-4AD7AA97B248}" destId="{8E7BA680-DC20-473F-A59D-39F8B52BB28A}" srcOrd="3" destOrd="0" presId="urn:microsoft.com/office/officeart/2008/layout/LinedList"/>
    <dgm:cxn modelId="{E09C015A-C82D-4579-9386-D2D666E13083}" type="presParOf" srcId="{8E7BA680-DC20-473F-A59D-39F8B52BB28A}" destId="{198B15FD-D501-4052-B1C3-91879869D5CB}" srcOrd="0" destOrd="0" presId="urn:microsoft.com/office/officeart/2008/layout/LinedList"/>
    <dgm:cxn modelId="{42A4B9AC-B580-4599-8338-D5F86127AAED}" type="presParOf" srcId="{8E7BA680-DC20-473F-A59D-39F8B52BB28A}" destId="{BA691216-A80A-4772-8BF8-7DA97298CA04}" srcOrd="1" destOrd="0" presId="urn:microsoft.com/office/officeart/2008/layout/LinedList"/>
    <dgm:cxn modelId="{A0057509-9972-4630-A4C2-06AD15031FD6}" type="presParOf" srcId="{2B677D50-35BC-4681-B486-4AD7AA97B248}" destId="{6D9B9EF4-22D5-47D6-A3D7-B9134CCE568E}" srcOrd="4" destOrd="0" presId="urn:microsoft.com/office/officeart/2008/layout/LinedList"/>
    <dgm:cxn modelId="{31809E2C-A494-40EF-9549-4E8B9F60F4F4}" type="presParOf" srcId="{2B677D50-35BC-4681-B486-4AD7AA97B248}" destId="{2ED0BE16-FC33-4FD1-9DA4-8BB1820B8092}" srcOrd="5" destOrd="0" presId="urn:microsoft.com/office/officeart/2008/layout/LinedList"/>
    <dgm:cxn modelId="{DC73B7A4-82CE-42C9-A0F5-9F326D8A0CEC}" type="presParOf" srcId="{2ED0BE16-FC33-4FD1-9DA4-8BB1820B8092}" destId="{4FF342B1-E618-4AF1-A969-C4E313D2F253}" srcOrd="0" destOrd="0" presId="urn:microsoft.com/office/officeart/2008/layout/LinedList"/>
    <dgm:cxn modelId="{E4F8D6D9-D09A-4D3B-B46D-29314900BA4D}" type="presParOf" srcId="{2ED0BE16-FC33-4FD1-9DA4-8BB1820B8092}" destId="{041659DF-FBA7-4AF4-A0CE-6A0D050DB1B4}" srcOrd="1" destOrd="0" presId="urn:microsoft.com/office/officeart/2008/layout/LinedList"/>
    <dgm:cxn modelId="{0D9DD18D-0AFC-43ED-A958-BAECA6AE9E7C}" type="presParOf" srcId="{2B677D50-35BC-4681-B486-4AD7AA97B248}" destId="{E9EB8A3D-3C63-453E-83E6-77A7E94DC689}" srcOrd="6" destOrd="0" presId="urn:microsoft.com/office/officeart/2008/layout/LinedList"/>
    <dgm:cxn modelId="{E917B111-2E74-4C5F-A663-6EF7DD508042}" type="presParOf" srcId="{2B677D50-35BC-4681-B486-4AD7AA97B248}" destId="{422C1A04-7D40-4592-B73C-95499E9C7DA0}" srcOrd="7" destOrd="0" presId="urn:microsoft.com/office/officeart/2008/layout/LinedList"/>
    <dgm:cxn modelId="{7A2B54EC-8E6A-4E4C-8D39-652AE2AFCD2E}" type="presParOf" srcId="{422C1A04-7D40-4592-B73C-95499E9C7DA0}" destId="{9F862135-0E48-42D2-920F-863208123383}" srcOrd="0" destOrd="0" presId="urn:microsoft.com/office/officeart/2008/layout/LinedList"/>
    <dgm:cxn modelId="{D4E43C24-2DA8-4E46-8818-447C0A54ED57}" type="presParOf" srcId="{422C1A04-7D40-4592-B73C-95499E9C7DA0}" destId="{14B876E2-5D1A-439C-909C-29C81EC83100}" srcOrd="1" destOrd="0" presId="urn:microsoft.com/office/officeart/2008/layout/LinedList"/>
    <dgm:cxn modelId="{30900B63-4116-4925-BBBF-05667EFB8EFF}" type="presParOf" srcId="{2B677D50-35BC-4681-B486-4AD7AA97B248}" destId="{51BE7986-F766-4B39-A640-6475FC23CEB7}" srcOrd="8" destOrd="0" presId="urn:microsoft.com/office/officeart/2008/layout/LinedList"/>
    <dgm:cxn modelId="{8EC9D725-A1B7-4913-B88F-7F507BC2859D}" type="presParOf" srcId="{2B677D50-35BC-4681-B486-4AD7AA97B248}" destId="{F4772A1A-AF72-425B-AEE0-0DCFAD83E85C}" srcOrd="9" destOrd="0" presId="urn:microsoft.com/office/officeart/2008/layout/LinedList"/>
    <dgm:cxn modelId="{7176D24A-CE3E-4206-B11A-4475538E82D4}" type="presParOf" srcId="{F4772A1A-AF72-425B-AEE0-0DCFAD83E85C}" destId="{A58743E1-AE75-428D-A967-8B85EF2337DF}" srcOrd="0" destOrd="0" presId="urn:microsoft.com/office/officeart/2008/layout/LinedList"/>
    <dgm:cxn modelId="{79F8BE1A-EC32-42B6-9B47-D2F3120E0B99}" type="presParOf" srcId="{F4772A1A-AF72-425B-AEE0-0DCFAD83E85C}" destId="{71C9DED6-46D6-4E08-BE0E-1070130E416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1B34169-6C48-4C3C-A448-5C59626491A2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DB97032-3938-48EC-9BC0-A82D50BB7A26}">
      <dgm:prSet/>
      <dgm:spPr/>
      <dgm:t>
        <a:bodyPr/>
        <a:lstStyle/>
        <a:p>
          <a:r>
            <a:rPr lang="en-US"/>
            <a:t>RETAIN: Interpretable but weak temporal modeling.</a:t>
          </a:r>
        </a:p>
      </dgm:t>
    </dgm:pt>
    <dgm:pt modelId="{656D3A77-E64D-489E-9B58-D88464EA76D4}" type="parTrans" cxnId="{515B1BA1-0425-4302-AE07-C8FC49F4304B}">
      <dgm:prSet/>
      <dgm:spPr/>
      <dgm:t>
        <a:bodyPr/>
        <a:lstStyle/>
        <a:p>
          <a:endParaRPr lang="en-US"/>
        </a:p>
      </dgm:t>
    </dgm:pt>
    <dgm:pt modelId="{AB82B217-EC89-483C-A87D-8DFE8AE61733}" type="sibTrans" cxnId="{515B1BA1-0425-4302-AE07-C8FC49F4304B}">
      <dgm:prSet/>
      <dgm:spPr/>
      <dgm:t>
        <a:bodyPr/>
        <a:lstStyle/>
        <a:p>
          <a:endParaRPr lang="en-US"/>
        </a:p>
      </dgm:t>
    </dgm:pt>
    <dgm:pt modelId="{3A062CA5-7D7E-47B3-B990-AAF9C5160441}">
      <dgm:prSet/>
      <dgm:spPr/>
      <dgm:t>
        <a:bodyPr/>
        <a:lstStyle/>
        <a:p>
          <a:r>
            <a:rPr lang="en-US"/>
            <a:t>GAMENet &amp; MedGCN: Higher accuracy but safety issues.</a:t>
          </a:r>
        </a:p>
      </dgm:t>
    </dgm:pt>
    <dgm:pt modelId="{9A6DED79-00D8-4DCA-80DF-1F2497315AE4}" type="parTrans" cxnId="{3B060159-8A0A-445D-9C8D-D8D86E57A8D9}">
      <dgm:prSet/>
      <dgm:spPr/>
      <dgm:t>
        <a:bodyPr/>
        <a:lstStyle/>
        <a:p>
          <a:endParaRPr lang="en-US"/>
        </a:p>
      </dgm:t>
    </dgm:pt>
    <dgm:pt modelId="{4B858262-DFFB-4F47-B7E2-E2BD5F8704F2}" type="sibTrans" cxnId="{3B060159-8A0A-445D-9C8D-D8D86E57A8D9}">
      <dgm:prSet/>
      <dgm:spPr/>
      <dgm:t>
        <a:bodyPr/>
        <a:lstStyle/>
        <a:p>
          <a:endParaRPr lang="en-US"/>
        </a:p>
      </dgm:t>
    </dgm:pt>
    <dgm:pt modelId="{AB39B1E6-8A72-4083-8F97-1EF75ED266F6}">
      <dgm:prSet/>
      <dgm:spPr/>
      <dgm:t>
        <a:bodyPr/>
        <a:lstStyle/>
        <a:p>
          <a:r>
            <a:rPr lang="en-US"/>
            <a:t>KGDNet: Best balance of accuracy and safety.</a:t>
          </a:r>
        </a:p>
      </dgm:t>
    </dgm:pt>
    <dgm:pt modelId="{BED458A6-0E4F-4BF3-8843-729F612422F6}" type="parTrans" cxnId="{71ACFB38-8541-45EA-9944-63108210E6FB}">
      <dgm:prSet/>
      <dgm:spPr/>
      <dgm:t>
        <a:bodyPr/>
        <a:lstStyle/>
        <a:p>
          <a:endParaRPr lang="en-US"/>
        </a:p>
      </dgm:t>
    </dgm:pt>
    <dgm:pt modelId="{61601C09-DB21-4193-98B7-EE0CC7D4CF5F}" type="sibTrans" cxnId="{71ACFB38-8541-45EA-9944-63108210E6FB}">
      <dgm:prSet/>
      <dgm:spPr/>
      <dgm:t>
        <a:bodyPr/>
        <a:lstStyle/>
        <a:p>
          <a:endParaRPr lang="en-US"/>
        </a:p>
      </dgm:t>
    </dgm:pt>
    <dgm:pt modelId="{A6FDCA4E-8995-485C-A1C8-29390272CD46}" type="pres">
      <dgm:prSet presAssocID="{51B34169-6C48-4C3C-A448-5C59626491A2}" presName="linear" presStyleCnt="0">
        <dgm:presLayoutVars>
          <dgm:animLvl val="lvl"/>
          <dgm:resizeHandles val="exact"/>
        </dgm:presLayoutVars>
      </dgm:prSet>
      <dgm:spPr/>
    </dgm:pt>
    <dgm:pt modelId="{43801327-70F1-44D5-84BF-830E1824C5DF}" type="pres">
      <dgm:prSet presAssocID="{0DB97032-3938-48EC-9BC0-A82D50BB7A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BB3E7DE-7275-4DC7-8924-F226644C84E5}" type="pres">
      <dgm:prSet presAssocID="{AB82B217-EC89-483C-A87D-8DFE8AE61733}" presName="spacer" presStyleCnt="0"/>
      <dgm:spPr/>
    </dgm:pt>
    <dgm:pt modelId="{F58F8243-457E-4512-955A-A8911F710029}" type="pres">
      <dgm:prSet presAssocID="{3A062CA5-7D7E-47B3-B990-AAF9C516044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9F9FBE5-33D8-4897-B3FA-F9C62B399F29}" type="pres">
      <dgm:prSet presAssocID="{4B858262-DFFB-4F47-B7E2-E2BD5F8704F2}" presName="spacer" presStyleCnt="0"/>
      <dgm:spPr/>
    </dgm:pt>
    <dgm:pt modelId="{342EFB47-A819-4B53-8376-1A57FB38F702}" type="pres">
      <dgm:prSet presAssocID="{AB39B1E6-8A72-4083-8F97-1EF75ED266F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1ACFB38-8541-45EA-9944-63108210E6FB}" srcId="{51B34169-6C48-4C3C-A448-5C59626491A2}" destId="{AB39B1E6-8A72-4083-8F97-1EF75ED266F6}" srcOrd="2" destOrd="0" parTransId="{BED458A6-0E4F-4BF3-8843-729F612422F6}" sibTransId="{61601C09-DB21-4193-98B7-EE0CC7D4CF5F}"/>
    <dgm:cxn modelId="{3B060159-8A0A-445D-9C8D-D8D86E57A8D9}" srcId="{51B34169-6C48-4C3C-A448-5C59626491A2}" destId="{3A062CA5-7D7E-47B3-B990-AAF9C5160441}" srcOrd="1" destOrd="0" parTransId="{9A6DED79-00D8-4DCA-80DF-1F2497315AE4}" sibTransId="{4B858262-DFFB-4F47-B7E2-E2BD5F8704F2}"/>
    <dgm:cxn modelId="{DA5DFE99-9519-4EC5-B15E-0BCB9FCC38DB}" type="presOf" srcId="{51B34169-6C48-4C3C-A448-5C59626491A2}" destId="{A6FDCA4E-8995-485C-A1C8-29390272CD46}" srcOrd="0" destOrd="0" presId="urn:microsoft.com/office/officeart/2005/8/layout/vList2"/>
    <dgm:cxn modelId="{515B1BA1-0425-4302-AE07-C8FC49F4304B}" srcId="{51B34169-6C48-4C3C-A448-5C59626491A2}" destId="{0DB97032-3938-48EC-9BC0-A82D50BB7A26}" srcOrd="0" destOrd="0" parTransId="{656D3A77-E64D-489E-9B58-D88464EA76D4}" sibTransId="{AB82B217-EC89-483C-A87D-8DFE8AE61733}"/>
    <dgm:cxn modelId="{0A2A17A3-B80D-4547-8B8C-64085B869563}" type="presOf" srcId="{AB39B1E6-8A72-4083-8F97-1EF75ED266F6}" destId="{342EFB47-A819-4B53-8376-1A57FB38F702}" srcOrd="0" destOrd="0" presId="urn:microsoft.com/office/officeart/2005/8/layout/vList2"/>
    <dgm:cxn modelId="{D7B410B4-586E-4EDA-9288-FD19C39037B6}" type="presOf" srcId="{0DB97032-3938-48EC-9BC0-A82D50BB7A26}" destId="{43801327-70F1-44D5-84BF-830E1824C5DF}" srcOrd="0" destOrd="0" presId="urn:microsoft.com/office/officeart/2005/8/layout/vList2"/>
    <dgm:cxn modelId="{76EE7DFE-217D-40A7-8EC1-50D4B99D7000}" type="presOf" srcId="{3A062CA5-7D7E-47B3-B990-AAF9C5160441}" destId="{F58F8243-457E-4512-955A-A8911F710029}" srcOrd="0" destOrd="0" presId="urn:microsoft.com/office/officeart/2005/8/layout/vList2"/>
    <dgm:cxn modelId="{750442E2-25D1-4B55-ABB7-31D1312BCF4B}" type="presParOf" srcId="{A6FDCA4E-8995-485C-A1C8-29390272CD46}" destId="{43801327-70F1-44D5-84BF-830E1824C5DF}" srcOrd="0" destOrd="0" presId="urn:microsoft.com/office/officeart/2005/8/layout/vList2"/>
    <dgm:cxn modelId="{0F235C26-B98E-489D-B667-29F53F36F81F}" type="presParOf" srcId="{A6FDCA4E-8995-485C-A1C8-29390272CD46}" destId="{3BB3E7DE-7275-4DC7-8924-F226644C84E5}" srcOrd="1" destOrd="0" presId="urn:microsoft.com/office/officeart/2005/8/layout/vList2"/>
    <dgm:cxn modelId="{29DDB97B-2EFE-4FE1-B47C-8344036F9163}" type="presParOf" srcId="{A6FDCA4E-8995-485C-A1C8-29390272CD46}" destId="{F58F8243-457E-4512-955A-A8911F710029}" srcOrd="2" destOrd="0" presId="urn:microsoft.com/office/officeart/2005/8/layout/vList2"/>
    <dgm:cxn modelId="{0F7E22F0-0E3F-4D30-A62F-56CBCE1DCF79}" type="presParOf" srcId="{A6FDCA4E-8995-485C-A1C8-29390272CD46}" destId="{B9F9FBE5-33D8-4897-B3FA-F9C62B399F29}" srcOrd="3" destOrd="0" presId="urn:microsoft.com/office/officeart/2005/8/layout/vList2"/>
    <dgm:cxn modelId="{E7CC1650-FDB3-40C8-89A3-DF67F90634F5}" type="presParOf" srcId="{A6FDCA4E-8995-485C-A1C8-29390272CD46}" destId="{342EFB47-A819-4B53-8376-1A57FB38F70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348ED77-D9AB-41FF-843F-D22FC71EF608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EB686FB-EDB1-4D6D-97EF-42B8CEF38F7E}">
      <dgm:prSet/>
      <dgm:spPr/>
      <dgm:t>
        <a:bodyPr/>
        <a:lstStyle/>
        <a:p>
          <a:r>
            <a:rPr lang="en-US"/>
            <a:t>Knowledge graph construction is complex.</a:t>
          </a:r>
        </a:p>
      </dgm:t>
    </dgm:pt>
    <dgm:pt modelId="{F5C61A62-480F-49BF-B90C-4753812892FB}" type="parTrans" cxnId="{CF2C473D-44B8-42A8-9180-774E58B2E17E}">
      <dgm:prSet/>
      <dgm:spPr/>
      <dgm:t>
        <a:bodyPr/>
        <a:lstStyle/>
        <a:p>
          <a:endParaRPr lang="en-US"/>
        </a:p>
      </dgm:t>
    </dgm:pt>
    <dgm:pt modelId="{CACB888C-524F-4ED4-AD1A-F58096B20F7B}" type="sibTrans" cxnId="{CF2C473D-44B8-42A8-9180-774E58B2E17E}">
      <dgm:prSet/>
      <dgm:spPr/>
      <dgm:t>
        <a:bodyPr/>
        <a:lstStyle/>
        <a:p>
          <a:endParaRPr lang="en-US"/>
        </a:p>
      </dgm:t>
    </dgm:pt>
    <dgm:pt modelId="{0B261475-44B1-40F5-872A-754B4853FC16}">
      <dgm:prSet/>
      <dgm:spPr/>
      <dgm:t>
        <a:bodyPr/>
        <a:lstStyle/>
        <a:p>
          <a:r>
            <a:rPr lang="en-US"/>
            <a:t>Scalability challenges.</a:t>
          </a:r>
        </a:p>
      </dgm:t>
    </dgm:pt>
    <dgm:pt modelId="{2C6A99F8-E53B-4A39-A108-A7D30D4C6BC0}" type="parTrans" cxnId="{0EA95F25-A4DE-4A93-BD79-D8A0E681F94F}">
      <dgm:prSet/>
      <dgm:spPr/>
      <dgm:t>
        <a:bodyPr/>
        <a:lstStyle/>
        <a:p>
          <a:endParaRPr lang="en-US"/>
        </a:p>
      </dgm:t>
    </dgm:pt>
    <dgm:pt modelId="{38BE7447-0F17-4CB2-A1EF-43D82A702E9F}" type="sibTrans" cxnId="{0EA95F25-A4DE-4A93-BD79-D8A0E681F94F}">
      <dgm:prSet/>
      <dgm:spPr/>
      <dgm:t>
        <a:bodyPr/>
        <a:lstStyle/>
        <a:p>
          <a:endParaRPr lang="en-US"/>
        </a:p>
      </dgm:t>
    </dgm:pt>
    <dgm:pt modelId="{0670C3FE-4372-4716-B829-40885404BE93}">
      <dgm:prSet/>
      <dgm:spPr/>
      <dgm:t>
        <a:bodyPr/>
        <a:lstStyle/>
        <a:p>
          <a:r>
            <a:rPr lang="en-US"/>
            <a:t>Limited generalization.</a:t>
          </a:r>
        </a:p>
      </dgm:t>
    </dgm:pt>
    <dgm:pt modelId="{8BDBD890-7497-4715-A8DF-FC2745192007}" type="parTrans" cxnId="{7E484D47-F241-4507-ABB9-3EDA0558AB51}">
      <dgm:prSet/>
      <dgm:spPr/>
      <dgm:t>
        <a:bodyPr/>
        <a:lstStyle/>
        <a:p>
          <a:endParaRPr lang="en-US"/>
        </a:p>
      </dgm:t>
    </dgm:pt>
    <dgm:pt modelId="{229AB2DF-044C-411B-A91B-8E029FA32BD6}" type="sibTrans" cxnId="{7E484D47-F241-4507-ABB9-3EDA0558AB51}">
      <dgm:prSet/>
      <dgm:spPr/>
      <dgm:t>
        <a:bodyPr/>
        <a:lstStyle/>
        <a:p>
          <a:endParaRPr lang="en-US"/>
        </a:p>
      </dgm:t>
    </dgm:pt>
    <dgm:pt modelId="{0C8028E7-9D75-4203-A589-A73667DBBF1A}">
      <dgm:prSet/>
      <dgm:spPr/>
      <dgm:t>
        <a:bodyPr/>
        <a:lstStyle/>
        <a:p>
          <a:r>
            <a:rPr lang="en-US"/>
            <a:t>No real-world deployment yet.</a:t>
          </a:r>
        </a:p>
      </dgm:t>
    </dgm:pt>
    <dgm:pt modelId="{52674619-A423-4775-B697-D07D69631615}" type="parTrans" cxnId="{1F08E8DA-B849-4C3C-A783-4C8A9E93522F}">
      <dgm:prSet/>
      <dgm:spPr/>
      <dgm:t>
        <a:bodyPr/>
        <a:lstStyle/>
        <a:p>
          <a:endParaRPr lang="en-US"/>
        </a:p>
      </dgm:t>
    </dgm:pt>
    <dgm:pt modelId="{576AC494-C095-46F7-9E65-46E084010D23}" type="sibTrans" cxnId="{1F08E8DA-B849-4C3C-A783-4C8A9E93522F}">
      <dgm:prSet/>
      <dgm:spPr/>
      <dgm:t>
        <a:bodyPr/>
        <a:lstStyle/>
        <a:p>
          <a:endParaRPr lang="en-US"/>
        </a:p>
      </dgm:t>
    </dgm:pt>
    <dgm:pt modelId="{C6477781-EB8C-49B4-993F-8769D65035C1}" type="pres">
      <dgm:prSet presAssocID="{3348ED77-D9AB-41FF-843F-D22FC71EF608}" presName="vert0" presStyleCnt="0">
        <dgm:presLayoutVars>
          <dgm:dir/>
          <dgm:animOne val="branch"/>
          <dgm:animLvl val="lvl"/>
        </dgm:presLayoutVars>
      </dgm:prSet>
      <dgm:spPr/>
    </dgm:pt>
    <dgm:pt modelId="{52A7DBEF-F26A-4F75-A213-8AD099D61710}" type="pres">
      <dgm:prSet presAssocID="{6EB686FB-EDB1-4D6D-97EF-42B8CEF38F7E}" presName="thickLine" presStyleLbl="alignNode1" presStyleIdx="0" presStyleCnt="4"/>
      <dgm:spPr/>
    </dgm:pt>
    <dgm:pt modelId="{B1F76EF6-A0BF-4F32-81A6-3733CB616087}" type="pres">
      <dgm:prSet presAssocID="{6EB686FB-EDB1-4D6D-97EF-42B8CEF38F7E}" presName="horz1" presStyleCnt="0"/>
      <dgm:spPr/>
    </dgm:pt>
    <dgm:pt modelId="{85E01A11-66D1-4642-A1B5-F8E751D7F3CA}" type="pres">
      <dgm:prSet presAssocID="{6EB686FB-EDB1-4D6D-97EF-42B8CEF38F7E}" presName="tx1" presStyleLbl="revTx" presStyleIdx="0" presStyleCnt="4"/>
      <dgm:spPr/>
    </dgm:pt>
    <dgm:pt modelId="{1AEEADE5-52CA-4C5E-A8C4-C8E9CF029073}" type="pres">
      <dgm:prSet presAssocID="{6EB686FB-EDB1-4D6D-97EF-42B8CEF38F7E}" presName="vert1" presStyleCnt="0"/>
      <dgm:spPr/>
    </dgm:pt>
    <dgm:pt modelId="{FB299482-BB75-4A5F-B0BB-72861B2F5FF5}" type="pres">
      <dgm:prSet presAssocID="{0B261475-44B1-40F5-872A-754B4853FC16}" presName="thickLine" presStyleLbl="alignNode1" presStyleIdx="1" presStyleCnt="4"/>
      <dgm:spPr/>
    </dgm:pt>
    <dgm:pt modelId="{5FAA05B3-D745-4B7C-8CA9-E4665E004D22}" type="pres">
      <dgm:prSet presAssocID="{0B261475-44B1-40F5-872A-754B4853FC16}" presName="horz1" presStyleCnt="0"/>
      <dgm:spPr/>
    </dgm:pt>
    <dgm:pt modelId="{CF46C768-66D7-4526-8498-703447BA03E0}" type="pres">
      <dgm:prSet presAssocID="{0B261475-44B1-40F5-872A-754B4853FC16}" presName="tx1" presStyleLbl="revTx" presStyleIdx="1" presStyleCnt="4"/>
      <dgm:spPr/>
    </dgm:pt>
    <dgm:pt modelId="{37A96281-76BF-4ADD-992A-91DD974D9C94}" type="pres">
      <dgm:prSet presAssocID="{0B261475-44B1-40F5-872A-754B4853FC16}" presName="vert1" presStyleCnt="0"/>
      <dgm:spPr/>
    </dgm:pt>
    <dgm:pt modelId="{7836B531-B8E8-40DA-ACA0-C006306EA26D}" type="pres">
      <dgm:prSet presAssocID="{0670C3FE-4372-4716-B829-40885404BE93}" presName="thickLine" presStyleLbl="alignNode1" presStyleIdx="2" presStyleCnt="4"/>
      <dgm:spPr/>
    </dgm:pt>
    <dgm:pt modelId="{48AD8662-D74B-4E78-AD25-AC60F6AFAC1D}" type="pres">
      <dgm:prSet presAssocID="{0670C3FE-4372-4716-B829-40885404BE93}" presName="horz1" presStyleCnt="0"/>
      <dgm:spPr/>
    </dgm:pt>
    <dgm:pt modelId="{75F5E513-A08A-45ED-972D-043EA418E133}" type="pres">
      <dgm:prSet presAssocID="{0670C3FE-4372-4716-B829-40885404BE93}" presName="tx1" presStyleLbl="revTx" presStyleIdx="2" presStyleCnt="4"/>
      <dgm:spPr/>
    </dgm:pt>
    <dgm:pt modelId="{8FBAC4AC-834E-4403-9DA5-EF0647E0D900}" type="pres">
      <dgm:prSet presAssocID="{0670C3FE-4372-4716-B829-40885404BE93}" presName="vert1" presStyleCnt="0"/>
      <dgm:spPr/>
    </dgm:pt>
    <dgm:pt modelId="{E5E540C0-DB6A-47FC-8314-7ECA86154F61}" type="pres">
      <dgm:prSet presAssocID="{0C8028E7-9D75-4203-A589-A73667DBBF1A}" presName="thickLine" presStyleLbl="alignNode1" presStyleIdx="3" presStyleCnt="4"/>
      <dgm:spPr/>
    </dgm:pt>
    <dgm:pt modelId="{4E0CFF8A-9F1D-464C-8102-FA449DB0A8E2}" type="pres">
      <dgm:prSet presAssocID="{0C8028E7-9D75-4203-A589-A73667DBBF1A}" presName="horz1" presStyleCnt="0"/>
      <dgm:spPr/>
    </dgm:pt>
    <dgm:pt modelId="{4D53D4AF-E101-439E-8104-2DCBAC3C6D72}" type="pres">
      <dgm:prSet presAssocID="{0C8028E7-9D75-4203-A589-A73667DBBF1A}" presName="tx1" presStyleLbl="revTx" presStyleIdx="3" presStyleCnt="4"/>
      <dgm:spPr/>
    </dgm:pt>
    <dgm:pt modelId="{8CFDB2F8-CD72-41B8-9E66-47C26894DAD1}" type="pres">
      <dgm:prSet presAssocID="{0C8028E7-9D75-4203-A589-A73667DBBF1A}" presName="vert1" presStyleCnt="0"/>
      <dgm:spPr/>
    </dgm:pt>
  </dgm:ptLst>
  <dgm:cxnLst>
    <dgm:cxn modelId="{0EA95F25-A4DE-4A93-BD79-D8A0E681F94F}" srcId="{3348ED77-D9AB-41FF-843F-D22FC71EF608}" destId="{0B261475-44B1-40F5-872A-754B4853FC16}" srcOrd="1" destOrd="0" parTransId="{2C6A99F8-E53B-4A39-A108-A7D30D4C6BC0}" sibTransId="{38BE7447-0F17-4CB2-A1EF-43D82A702E9F}"/>
    <dgm:cxn modelId="{CF2C473D-44B8-42A8-9180-774E58B2E17E}" srcId="{3348ED77-D9AB-41FF-843F-D22FC71EF608}" destId="{6EB686FB-EDB1-4D6D-97EF-42B8CEF38F7E}" srcOrd="0" destOrd="0" parTransId="{F5C61A62-480F-49BF-B90C-4753812892FB}" sibTransId="{CACB888C-524F-4ED4-AD1A-F58096B20F7B}"/>
    <dgm:cxn modelId="{7E484D47-F241-4507-ABB9-3EDA0558AB51}" srcId="{3348ED77-D9AB-41FF-843F-D22FC71EF608}" destId="{0670C3FE-4372-4716-B829-40885404BE93}" srcOrd="2" destOrd="0" parTransId="{8BDBD890-7497-4715-A8DF-FC2745192007}" sibTransId="{229AB2DF-044C-411B-A91B-8E029FA32BD6}"/>
    <dgm:cxn modelId="{B8E97D91-DDBF-4C76-B3C2-9ACAED9DDFE3}" type="presOf" srcId="{0B261475-44B1-40F5-872A-754B4853FC16}" destId="{CF46C768-66D7-4526-8498-703447BA03E0}" srcOrd="0" destOrd="0" presId="urn:microsoft.com/office/officeart/2008/layout/LinedList"/>
    <dgm:cxn modelId="{57C32297-B9D5-4B46-90ED-605721B8E3B4}" type="presOf" srcId="{3348ED77-D9AB-41FF-843F-D22FC71EF608}" destId="{C6477781-EB8C-49B4-993F-8769D65035C1}" srcOrd="0" destOrd="0" presId="urn:microsoft.com/office/officeart/2008/layout/LinedList"/>
    <dgm:cxn modelId="{555AFBBC-D1E5-4A96-8D5A-3EB1E731E015}" type="presOf" srcId="{0C8028E7-9D75-4203-A589-A73667DBBF1A}" destId="{4D53D4AF-E101-439E-8104-2DCBAC3C6D72}" srcOrd="0" destOrd="0" presId="urn:microsoft.com/office/officeart/2008/layout/LinedList"/>
    <dgm:cxn modelId="{1F08E8DA-B849-4C3C-A783-4C8A9E93522F}" srcId="{3348ED77-D9AB-41FF-843F-D22FC71EF608}" destId="{0C8028E7-9D75-4203-A589-A73667DBBF1A}" srcOrd="3" destOrd="0" parTransId="{52674619-A423-4775-B697-D07D69631615}" sibTransId="{576AC494-C095-46F7-9E65-46E084010D23}"/>
    <dgm:cxn modelId="{6FCE72E3-F45E-469E-BCCE-D631C386949B}" type="presOf" srcId="{0670C3FE-4372-4716-B829-40885404BE93}" destId="{75F5E513-A08A-45ED-972D-043EA418E133}" srcOrd="0" destOrd="0" presId="urn:microsoft.com/office/officeart/2008/layout/LinedList"/>
    <dgm:cxn modelId="{E3F3D4F0-38F8-4785-BE46-FA56F9BE4C9C}" type="presOf" srcId="{6EB686FB-EDB1-4D6D-97EF-42B8CEF38F7E}" destId="{85E01A11-66D1-4642-A1B5-F8E751D7F3CA}" srcOrd="0" destOrd="0" presId="urn:microsoft.com/office/officeart/2008/layout/LinedList"/>
    <dgm:cxn modelId="{5803DED6-0E7E-488F-8232-23E677816F45}" type="presParOf" srcId="{C6477781-EB8C-49B4-993F-8769D65035C1}" destId="{52A7DBEF-F26A-4F75-A213-8AD099D61710}" srcOrd="0" destOrd="0" presId="urn:microsoft.com/office/officeart/2008/layout/LinedList"/>
    <dgm:cxn modelId="{902902BF-9F4E-45B9-B7B8-63D2CA681CA0}" type="presParOf" srcId="{C6477781-EB8C-49B4-993F-8769D65035C1}" destId="{B1F76EF6-A0BF-4F32-81A6-3733CB616087}" srcOrd="1" destOrd="0" presId="urn:microsoft.com/office/officeart/2008/layout/LinedList"/>
    <dgm:cxn modelId="{0ECAE4AF-03F7-44A5-BAD7-F1EC84BF7EA3}" type="presParOf" srcId="{B1F76EF6-A0BF-4F32-81A6-3733CB616087}" destId="{85E01A11-66D1-4642-A1B5-F8E751D7F3CA}" srcOrd="0" destOrd="0" presId="urn:microsoft.com/office/officeart/2008/layout/LinedList"/>
    <dgm:cxn modelId="{9513FA4C-C476-4D0C-8B57-9F1D5CB888F9}" type="presParOf" srcId="{B1F76EF6-A0BF-4F32-81A6-3733CB616087}" destId="{1AEEADE5-52CA-4C5E-A8C4-C8E9CF029073}" srcOrd="1" destOrd="0" presId="urn:microsoft.com/office/officeart/2008/layout/LinedList"/>
    <dgm:cxn modelId="{51684B2B-E9BC-4E78-8E82-5D32881F1504}" type="presParOf" srcId="{C6477781-EB8C-49B4-993F-8769D65035C1}" destId="{FB299482-BB75-4A5F-B0BB-72861B2F5FF5}" srcOrd="2" destOrd="0" presId="urn:microsoft.com/office/officeart/2008/layout/LinedList"/>
    <dgm:cxn modelId="{EC244005-3A58-4918-A3CE-96AF8A00D06A}" type="presParOf" srcId="{C6477781-EB8C-49B4-993F-8769D65035C1}" destId="{5FAA05B3-D745-4B7C-8CA9-E4665E004D22}" srcOrd="3" destOrd="0" presId="urn:microsoft.com/office/officeart/2008/layout/LinedList"/>
    <dgm:cxn modelId="{16A1A8A6-A275-4F84-821B-F322D9D39655}" type="presParOf" srcId="{5FAA05B3-D745-4B7C-8CA9-E4665E004D22}" destId="{CF46C768-66D7-4526-8498-703447BA03E0}" srcOrd="0" destOrd="0" presId="urn:microsoft.com/office/officeart/2008/layout/LinedList"/>
    <dgm:cxn modelId="{70CD4015-F633-4957-B797-7CF517385511}" type="presParOf" srcId="{5FAA05B3-D745-4B7C-8CA9-E4665E004D22}" destId="{37A96281-76BF-4ADD-992A-91DD974D9C94}" srcOrd="1" destOrd="0" presId="urn:microsoft.com/office/officeart/2008/layout/LinedList"/>
    <dgm:cxn modelId="{19789728-4EF1-4491-8749-9D575D91C8E4}" type="presParOf" srcId="{C6477781-EB8C-49B4-993F-8769D65035C1}" destId="{7836B531-B8E8-40DA-ACA0-C006306EA26D}" srcOrd="4" destOrd="0" presId="urn:microsoft.com/office/officeart/2008/layout/LinedList"/>
    <dgm:cxn modelId="{3014E01C-1D0B-49D4-B9C7-16B9ED1D258A}" type="presParOf" srcId="{C6477781-EB8C-49B4-993F-8769D65035C1}" destId="{48AD8662-D74B-4E78-AD25-AC60F6AFAC1D}" srcOrd="5" destOrd="0" presId="urn:microsoft.com/office/officeart/2008/layout/LinedList"/>
    <dgm:cxn modelId="{80E6B543-94D9-478F-A675-643258A3D8B6}" type="presParOf" srcId="{48AD8662-D74B-4E78-AD25-AC60F6AFAC1D}" destId="{75F5E513-A08A-45ED-972D-043EA418E133}" srcOrd="0" destOrd="0" presId="urn:microsoft.com/office/officeart/2008/layout/LinedList"/>
    <dgm:cxn modelId="{1CCF3A36-B710-46B7-910C-FF65F367CF8E}" type="presParOf" srcId="{48AD8662-D74B-4E78-AD25-AC60F6AFAC1D}" destId="{8FBAC4AC-834E-4403-9DA5-EF0647E0D900}" srcOrd="1" destOrd="0" presId="urn:microsoft.com/office/officeart/2008/layout/LinedList"/>
    <dgm:cxn modelId="{CDF1C5DB-70BA-464B-B232-E948EC5D9786}" type="presParOf" srcId="{C6477781-EB8C-49B4-993F-8769D65035C1}" destId="{E5E540C0-DB6A-47FC-8314-7ECA86154F61}" srcOrd="6" destOrd="0" presId="urn:microsoft.com/office/officeart/2008/layout/LinedList"/>
    <dgm:cxn modelId="{28CA1B5B-DE0C-4E18-8113-31D51802ABFF}" type="presParOf" srcId="{C6477781-EB8C-49B4-993F-8769D65035C1}" destId="{4E0CFF8A-9F1D-464C-8102-FA449DB0A8E2}" srcOrd="7" destOrd="0" presId="urn:microsoft.com/office/officeart/2008/layout/LinedList"/>
    <dgm:cxn modelId="{DC76D0F5-4E31-4CED-BBDA-430ADFDA0775}" type="presParOf" srcId="{4E0CFF8A-9F1D-464C-8102-FA449DB0A8E2}" destId="{4D53D4AF-E101-439E-8104-2DCBAC3C6D72}" srcOrd="0" destOrd="0" presId="urn:microsoft.com/office/officeart/2008/layout/LinedList"/>
    <dgm:cxn modelId="{CC5B4DE8-729D-415F-BFBC-7F65CBDE63C4}" type="presParOf" srcId="{4E0CFF8A-9F1D-464C-8102-FA449DB0A8E2}" destId="{8CFDB2F8-CD72-41B8-9E66-47C26894DAD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7A38786-2E85-4B13-9AF3-8FC6A995646C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230CB51-5C5E-4665-B229-A02CAF262A30}">
      <dgm:prSet/>
      <dgm:spPr/>
      <dgm:t>
        <a:bodyPr/>
        <a:lstStyle/>
        <a:p>
          <a:r>
            <a:rPr lang="en-US"/>
            <a:t>KGDNet combines patient history with medical knowledge.</a:t>
          </a:r>
        </a:p>
      </dgm:t>
    </dgm:pt>
    <dgm:pt modelId="{5FCEE58D-E3C3-45D8-A887-B39FAD57D500}" type="parTrans" cxnId="{2ED91697-0A19-4383-8768-C1391B50C453}">
      <dgm:prSet/>
      <dgm:spPr/>
      <dgm:t>
        <a:bodyPr/>
        <a:lstStyle/>
        <a:p>
          <a:endParaRPr lang="en-US"/>
        </a:p>
      </dgm:t>
    </dgm:pt>
    <dgm:pt modelId="{092A94C1-6591-4252-8A0B-A87A82ED04EC}" type="sibTrans" cxnId="{2ED91697-0A19-4383-8768-C1391B50C453}">
      <dgm:prSet/>
      <dgm:spPr/>
      <dgm:t>
        <a:bodyPr/>
        <a:lstStyle/>
        <a:p>
          <a:endParaRPr lang="en-US"/>
        </a:p>
      </dgm:t>
    </dgm:pt>
    <dgm:pt modelId="{09B34F8E-2674-4909-995F-9B852AD6C4C8}">
      <dgm:prSet/>
      <dgm:spPr/>
      <dgm:t>
        <a:bodyPr/>
        <a:lstStyle/>
        <a:p>
          <a:r>
            <a:rPr lang="en-US"/>
            <a:t>Improves accuracy and patient safety.</a:t>
          </a:r>
        </a:p>
      </dgm:t>
    </dgm:pt>
    <dgm:pt modelId="{D6393417-490B-4D71-984B-C476B0478FE5}" type="parTrans" cxnId="{B5A5AC4B-D6E2-4D20-937E-FB4DAE8F89A2}">
      <dgm:prSet/>
      <dgm:spPr/>
      <dgm:t>
        <a:bodyPr/>
        <a:lstStyle/>
        <a:p>
          <a:endParaRPr lang="en-US"/>
        </a:p>
      </dgm:t>
    </dgm:pt>
    <dgm:pt modelId="{0E319C0E-EFAB-467E-9B34-7F8284365CC4}" type="sibTrans" cxnId="{B5A5AC4B-D6E2-4D20-937E-FB4DAE8F89A2}">
      <dgm:prSet/>
      <dgm:spPr/>
      <dgm:t>
        <a:bodyPr/>
        <a:lstStyle/>
        <a:p>
          <a:endParaRPr lang="en-US"/>
        </a:p>
      </dgm:t>
    </dgm:pt>
    <dgm:pt modelId="{3CFE8A7A-AF23-4532-9E93-F819C06BEFEB}">
      <dgm:prSet/>
      <dgm:spPr/>
      <dgm:t>
        <a:bodyPr/>
        <a:lstStyle/>
        <a:p>
          <a:r>
            <a:rPr lang="en-US"/>
            <a:t>Promising future for AI-driven clinical decision systems.</a:t>
          </a:r>
        </a:p>
      </dgm:t>
    </dgm:pt>
    <dgm:pt modelId="{9E91199E-CD7E-476D-B543-6C0A84632616}" type="parTrans" cxnId="{219DA317-498D-4EE0-860B-CB39F38C6470}">
      <dgm:prSet/>
      <dgm:spPr/>
      <dgm:t>
        <a:bodyPr/>
        <a:lstStyle/>
        <a:p>
          <a:endParaRPr lang="en-US"/>
        </a:p>
      </dgm:t>
    </dgm:pt>
    <dgm:pt modelId="{4859D80A-A47E-4B65-A40B-2AC16D03D476}" type="sibTrans" cxnId="{219DA317-498D-4EE0-860B-CB39F38C6470}">
      <dgm:prSet/>
      <dgm:spPr/>
      <dgm:t>
        <a:bodyPr/>
        <a:lstStyle/>
        <a:p>
          <a:endParaRPr lang="en-US"/>
        </a:p>
      </dgm:t>
    </dgm:pt>
    <dgm:pt modelId="{128B00EE-7475-4370-BDE7-98DBBC7348F8}" type="pres">
      <dgm:prSet presAssocID="{27A38786-2E85-4B13-9AF3-8FC6A995646C}" presName="linear" presStyleCnt="0">
        <dgm:presLayoutVars>
          <dgm:animLvl val="lvl"/>
          <dgm:resizeHandles val="exact"/>
        </dgm:presLayoutVars>
      </dgm:prSet>
      <dgm:spPr/>
    </dgm:pt>
    <dgm:pt modelId="{79D4D8AC-8754-477E-BACD-ABD13BB83729}" type="pres">
      <dgm:prSet presAssocID="{1230CB51-5C5E-4665-B229-A02CAF262A3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49D1413-F3D7-41CA-ABED-E2DE1221827B}" type="pres">
      <dgm:prSet presAssocID="{092A94C1-6591-4252-8A0B-A87A82ED04EC}" presName="spacer" presStyleCnt="0"/>
      <dgm:spPr/>
    </dgm:pt>
    <dgm:pt modelId="{AC8D8439-76E7-4D3E-A213-F9BFD92A10A3}" type="pres">
      <dgm:prSet presAssocID="{09B34F8E-2674-4909-995F-9B852AD6C4C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F9207BE-0D47-465E-8860-9D8CC0C41572}" type="pres">
      <dgm:prSet presAssocID="{0E319C0E-EFAB-467E-9B34-7F8284365CC4}" presName="spacer" presStyleCnt="0"/>
      <dgm:spPr/>
    </dgm:pt>
    <dgm:pt modelId="{421E93A1-4C4F-4F33-A507-B2020A382F7D}" type="pres">
      <dgm:prSet presAssocID="{3CFE8A7A-AF23-4532-9E93-F819C06BEFE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19DA317-498D-4EE0-860B-CB39F38C6470}" srcId="{27A38786-2E85-4B13-9AF3-8FC6A995646C}" destId="{3CFE8A7A-AF23-4532-9E93-F819C06BEFEB}" srcOrd="2" destOrd="0" parTransId="{9E91199E-CD7E-476D-B543-6C0A84632616}" sibTransId="{4859D80A-A47E-4B65-A40B-2AC16D03D476}"/>
    <dgm:cxn modelId="{F61BB364-2067-4A72-BE3E-CBB6601B4189}" type="presOf" srcId="{1230CB51-5C5E-4665-B229-A02CAF262A30}" destId="{79D4D8AC-8754-477E-BACD-ABD13BB83729}" srcOrd="0" destOrd="0" presId="urn:microsoft.com/office/officeart/2005/8/layout/vList2"/>
    <dgm:cxn modelId="{B5A5AC4B-D6E2-4D20-937E-FB4DAE8F89A2}" srcId="{27A38786-2E85-4B13-9AF3-8FC6A995646C}" destId="{09B34F8E-2674-4909-995F-9B852AD6C4C8}" srcOrd="1" destOrd="0" parTransId="{D6393417-490B-4D71-984B-C476B0478FE5}" sibTransId="{0E319C0E-EFAB-467E-9B34-7F8284365CC4}"/>
    <dgm:cxn modelId="{2ED91697-0A19-4383-8768-C1391B50C453}" srcId="{27A38786-2E85-4B13-9AF3-8FC6A995646C}" destId="{1230CB51-5C5E-4665-B229-A02CAF262A30}" srcOrd="0" destOrd="0" parTransId="{5FCEE58D-E3C3-45D8-A887-B39FAD57D500}" sibTransId="{092A94C1-6591-4252-8A0B-A87A82ED04EC}"/>
    <dgm:cxn modelId="{B2DBDBB3-85C1-43B1-A906-B592D6F22527}" type="presOf" srcId="{3CFE8A7A-AF23-4532-9E93-F819C06BEFEB}" destId="{421E93A1-4C4F-4F33-A507-B2020A382F7D}" srcOrd="0" destOrd="0" presId="urn:microsoft.com/office/officeart/2005/8/layout/vList2"/>
    <dgm:cxn modelId="{361AD5D0-0B2B-4305-9875-3F791C5B91A5}" type="presOf" srcId="{09B34F8E-2674-4909-995F-9B852AD6C4C8}" destId="{AC8D8439-76E7-4D3E-A213-F9BFD92A10A3}" srcOrd="0" destOrd="0" presId="urn:microsoft.com/office/officeart/2005/8/layout/vList2"/>
    <dgm:cxn modelId="{26DE70E1-BD91-43BC-AA9E-3A0925E5CC52}" type="presOf" srcId="{27A38786-2E85-4B13-9AF3-8FC6A995646C}" destId="{128B00EE-7475-4370-BDE7-98DBBC7348F8}" srcOrd="0" destOrd="0" presId="urn:microsoft.com/office/officeart/2005/8/layout/vList2"/>
    <dgm:cxn modelId="{796B439F-FD0A-4EC2-A6DC-729444DB2AEE}" type="presParOf" srcId="{128B00EE-7475-4370-BDE7-98DBBC7348F8}" destId="{79D4D8AC-8754-477E-BACD-ABD13BB83729}" srcOrd="0" destOrd="0" presId="urn:microsoft.com/office/officeart/2005/8/layout/vList2"/>
    <dgm:cxn modelId="{3426D049-81BB-4909-A141-39C8FC5206FE}" type="presParOf" srcId="{128B00EE-7475-4370-BDE7-98DBBC7348F8}" destId="{B49D1413-F3D7-41CA-ABED-E2DE1221827B}" srcOrd="1" destOrd="0" presId="urn:microsoft.com/office/officeart/2005/8/layout/vList2"/>
    <dgm:cxn modelId="{762C990B-27D5-4161-AB76-24817BDDAC3B}" type="presParOf" srcId="{128B00EE-7475-4370-BDE7-98DBBC7348F8}" destId="{AC8D8439-76E7-4D3E-A213-F9BFD92A10A3}" srcOrd="2" destOrd="0" presId="urn:microsoft.com/office/officeart/2005/8/layout/vList2"/>
    <dgm:cxn modelId="{6ADFBFC1-719F-44A9-B4A3-251937664AF9}" type="presParOf" srcId="{128B00EE-7475-4370-BDE7-98DBBC7348F8}" destId="{AF9207BE-0D47-465E-8860-9D8CC0C41572}" srcOrd="3" destOrd="0" presId="urn:microsoft.com/office/officeart/2005/8/layout/vList2"/>
    <dgm:cxn modelId="{CA272381-9310-4D40-8D92-0FDFE55E4416}" type="presParOf" srcId="{128B00EE-7475-4370-BDE7-98DBBC7348F8}" destId="{421E93A1-4C4F-4F33-A507-B2020A382F7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E9245F3-6762-41A0-A891-08FC8AE5ACC1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44D22AB6-1526-4777-9818-D745FADA8E78}">
      <dgm:prSet/>
      <dgm:spPr/>
      <dgm:t>
        <a:bodyPr/>
        <a:lstStyle/>
        <a:p>
          <a:r>
            <a:rPr lang="en-US"/>
            <a:t>1. Zhang et al., “KGDNet: Knowledge-Guided Drug Recommendation Network,” Scientific Reports, 2024.</a:t>
          </a:r>
        </a:p>
      </dgm:t>
    </dgm:pt>
    <dgm:pt modelId="{0FA56B02-CAFA-498E-8C3C-9859467939D9}" type="parTrans" cxnId="{BB168177-E60A-4963-92FB-ABFA0D8FAD6D}">
      <dgm:prSet/>
      <dgm:spPr/>
      <dgm:t>
        <a:bodyPr/>
        <a:lstStyle/>
        <a:p>
          <a:endParaRPr lang="en-US"/>
        </a:p>
      </dgm:t>
    </dgm:pt>
    <dgm:pt modelId="{1F65DC1F-86F8-4B05-A05B-A99B0B78B946}" type="sibTrans" cxnId="{BB168177-E60A-4963-92FB-ABFA0D8FAD6D}">
      <dgm:prSet/>
      <dgm:spPr/>
      <dgm:t>
        <a:bodyPr/>
        <a:lstStyle/>
        <a:p>
          <a:endParaRPr lang="en-US"/>
        </a:p>
      </dgm:t>
    </dgm:pt>
    <dgm:pt modelId="{8FC8985E-0ABA-44A0-A175-AE3C63F13F79}">
      <dgm:prSet/>
      <dgm:spPr/>
      <dgm:t>
        <a:bodyPr/>
        <a:lstStyle/>
        <a:p>
          <a:r>
            <a:rPr lang="en-US"/>
            <a:t>2. Lee et al., “GraphCare: Graph Neural Network for Drug Recommendation,” ICLR, 2024.</a:t>
          </a:r>
        </a:p>
      </dgm:t>
    </dgm:pt>
    <dgm:pt modelId="{93EF6385-06BB-438A-9E2F-49D44D2DA7E3}" type="parTrans" cxnId="{B392EB48-B7D7-4C1B-B8E0-4F8F941F243D}">
      <dgm:prSet/>
      <dgm:spPr/>
      <dgm:t>
        <a:bodyPr/>
        <a:lstStyle/>
        <a:p>
          <a:endParaRPr lang="en-US"/>
        </a:p>
      </dgm:t>
    </dgm:pt>
    <dgm:pt modelId="{E5DEBAC7-213C-45A8-BEF6-8690D936080B}" type="sibTrans" cxnId="{B392EB48-B7D7-4C1B-B8E0-4F8F941F243D}">
      <dgm:prSet/>
      <dgm:spPr/>
      <dgm:t>
        <a:bodyPr/>
        <a:lstStyle/>
        <a:p>
          <a:endParaRPr lang="en-US"/>
        </a:p>
      </dgm:t>
    </dgm:pt>
    <dgm:pt modelId="{2A7FA38D-893D-4050-A365-49CE1762A90F}">
      <dgm:prSet/>
      <dgm:spPr/>
      <dgm:t>
        <a:bodyPr/>
        <a:lstStyle/>
        <a:p>
          <a:r>
            <a:rPr lang="en-US"/>
            <a:t>3. Gupta et al., “KindMed: Knowledge-Integrated Drug Recommendation,” arXiv, 2023/24.</a:t>
          </a:r>
        </a:p>
      </dgm:t>
    </dgm:pt>
    <dgm:pt modelId="{A936B661-653C-4E1D-AD39-041494154D15}" type="parTrans" cxnId="{94930382-0853-47DF-BBF2-F8D2D13DCA57}">
      <dgm:prSet/>
      <dgm:spPr/>
      <dgm:t>
        <a:bodyPr/>
        <a:lstStyle/>
        <a:p>
          <a:endParaRPr lang="en-US"/>
        </a:p>
      </dgm:t>
    </dgm:pt>
    <dgm:pt modelId="{EAD77398-0399-443F-94F6-D642ACF7E02B}" type="sibTrans" cxnId="{94930382-0853-47DF-BBF2-F8D2D13DCA57}">
      <dgm:prSet/>
      <dgm:spPr/>
      <dgm:t>
        <a:bodyPr/>
        <a:lstStyle/>
        <a:p>
          <a:endParaRPr lang="en-US"/>
        </a:p>
      </dgm:t>
    </dgm:pt>
    <dgm:pt modelId="{B2CFC768-AEA8-4DA1-8606-5B94FE80C26F}">
      <dgm:prSet/>
      <dgm:spPr/>
      <dgm:t>
        <a:bodyPr/>
        <a:lstStyle/>
        <a:p>
          <a:r>
            <a:rPr lang="en-US"/>
            <a:t>4. Li et al., “MGRN: Multi-View Graph Retrieval Network,” Bioinformatics, 2024.</a:t>
          </a:r>
        </a:p>
      </dgm:t>
    </dgm:pt>
    <dgm:pt modelId="{CE031787-13E2-4F73-BE1D-1C4E9682B979}" type="parTrans" cxnId="{C8E3CCBF-84EC-4E51-9227-7B539F3E14EB}">
      <dgm:prSet/>
      <dgm:spPr/>
      <dgm:t>
        <a:bodyPr/>
        <a:lstStyle/>
        <a:p>
          <a:endParaRPr lang="en-US"/>
        </a:p>
      </dgm:t>
    </dgm:pt>
    <dgm:pt modelId="{613784D3-296A-4590-90EE-9D0A2F4AF730}" type="sibTrans" cxnId="{C8E3CCBF-84EC-4E51-9227-7B539F3E14EB}">
      <dgm:prSet/>
      <dgm:spPr/>
      <dgm:t>
        <a:bodyPr/>
        <a:lstStyle/>
        <a:p>
          <a:endParaRPr lang="en-US"/>
        </a:p>
      </dgm:t>
    </dgm:pt>
    <dgm:pt modelId="{A17F2D06-B779-45AF-B08E-3619764C52D9}">
      <dgm:prSet/>
      <dgm:spPr/>
      <dgm:t>
        <a:bodyPr/>
        <a:lstStyle/>
        <a:p>
          <a:r>
            <a:rPr lang="en-US"/>
            <a:t>5. Wang et al., “BiMoRec: Bi-Modal Medication Recommendation,” arXiv, 2024/25.</a:t>
          </a:r>
        </a:p>
      </dgm:t>
    </dgm:pt>
    <dgm:pt modelId="{41C8840D-876E-4395-A9EB-5ED87177C116}" type="parTrans" cxnId="{2106E63B-E371-49D9-8E3E-C785FFAA0E5C}">
      <dgm:prSet/>
      <dgm:spPr/>
      <dgm:t>
        <a:bodyPr/>
        <a:lstStyle/>
        <a:p>
          <a:endParaRPr lang="en-US"/>
        </a:p>
      </dgm:t>
    </dgm:pt>
    <dgm:pt modelId="{30E16C89-C1C7-489D-8C23-2F0AF9284FB8}" type="sibTrans" cxnId="{2106E63B-E371-49D9-8E3E-C785FFAA0E5C}">
      <dgm:prSet/>
      <dgm:spPr/>
      <dgm:t>
        <a:bodyPr/>
        <a:lstStyle/>
        <a:p>
          <a:endParaRPr lang="en-US"/>
        </a:p>
      </dgm:t>
    </dgm:pt>
    <dgm:pt modelId="{22BF3B4F-F260-459A-9061-373AC47AA8C4}">
      <dgm:prSet/>
      <dgm:spPr/>
      <dgm:t>
        <a:bodyPr/>
        <a:lstStyle/>
        <a:p>
          <a:r>
            <a:rPr lang="en-US"/>
            <a:t>6. Johnson et al., “MIMIC-III &amp; MIMIC-IV Clinical Databases.”</a:t>
          </a:r>
        </a:p>
      </dgm:t>
    </dgm:pt>
    <dgm:pt modelId="{65EE0586-C503-4DE8-B604-0970886D07C9}" type="parTrans" cxnId="{765ED7FB-38A0-4EE5-8794-08DCE9FB1F73}">
      <dgm:prSet/>
      <dgm:spPr/>
      <dgm:t>
        <a:bodyPr/>
        <a:lstStyle/>
        <a:p>
          <a:endParaRPr lang="en-US"/>
        </a:p>
      </dgm:t>
    </dgm:pt>
    <dgm:pt modelId="{E2DF29CC-5221-4BCD-9C29-BE3D3453FE60}" type="sibTrans" cxnId="{765ED7FB-38A0-4EE5-8794-08DCE9FB1F73}">
      <dgm:prSet/>
      <dgm:spPr/>
      <dgm:t>
        <a:bodyPr/>
        <a:lstStyle/>
        <a:p>
          <a:endParaRPr lang="en-US"/>
        </a:p>
      </dgm:t>
    </dgm:pt>
    <dgm:pt modelId="{D59C8059-CA2E-420F-9010-99F492EF7343}" type="pres">
      <dgm:prSet presAssocID="{9E9245F3-6762-41A0-A891-08FC8AE5ACC1}" presName="vert0" presStyleCnt="0">
        <dgm:presLayoutVars>
          <dgm:dir/>
          <dgm:animOne val="branch"/>
          <dgm:animLvl val="lvl"/>
        </dgm:presLayoutVars>
      </dgm:prSet>
      <dgm:spPr/>
    </dgm:pt>
    <dgm:pt modelId="{39DFE00B-1792-47FB-BC28-BBEC7A8E4F60}" type="pres">
      <dgm:prSet presAssocID="{44D22AB6-1526-4777-9818-D745FADA8E78}" presName="thickLine" presStyleLbl="alignNode1" presStyleIdx="0" presStyleCnt="6"/>
      <dgm:spPr/>
    </dgm:pt>
    <dgm:pt modelId="{7A2D4206-BA6A-4FAF-A93E-8D339D49242D}" type="pres">
      <dgm:prSet presAssocID="{44D22AB6-1526-4777-9818-D745FADA8E78}" presName="horz1" presStyleCnt="0"/>
      <dgm:spPr/>
    </dgm:pt>
    <dgm:pt modelId="{71E9296B-616A-446E-B45B-C9C2ADEC51E3}" type="pres">
      <dgm:prSet presAssocID="{44D22AB6-1526-4777-9818-D745FADA8E78}" presName="tx1" presStyleLbl="revTx" presStyleIdx="0" presStyleCnt="6"/>
      <dgm:spPr/>
    </dgm:pt>
    <dgm:pt modelId="{84403496-8C9D-441F-8E93-46C13340DFF6}" type="pres">
      <dgm:prSet presAssocID="{44D22AB6-1526-4777-9818-D745FADA8E78}" presName="vert1" presStyleCnt="0"/>
      <dgm:spPr/>
    </dgm:pt>
    <dgm:pt modelId="{E2C599C6-7959-4835-8824-EAE3F72DD977}" type="pres">
      <dgm:prSet presAssocID="{8FC8985E-0ABA-44A0-A175-AE3C63F13F79}" presName="thickLine" presStyleLbl="alignNode1" presStyleIdx="1" presStyleCnt="6"/>
      <dgm:spPr/>
    </dgm:pt>
    <dgm:pt modelId="{90F9E9F1-64ED-4E51-8C52-351C5613E357}" type="pres">
      <dgm:prSet presAssocID="{8FC8985E-0ABA-44A0-A175-AE3C63F13F79}" presName="horz1" presStyleCnt="0"/>
      <dgm:spPr/>
    </dgm:pt>
    <dgm:pt modelId="{9F1A3122-2B78-41B4-B104-404E80DBBCAF}" type="pres">
      <dgm:prSet presAssocID="{8FC8985E-0ABA-44A0-A175-AE3C63F13F79}" presName="tx1" presStyleLbl="revTx" presStyleIdx="1" presStyleCnt="6"/>
      <dgm:spPr/>
    </dgm:pt>
    <dgm:pt modelId="{BD64E2FB-3E5A-40C1-84DF-2CF20CB32C1C}" type="pres">
      <dgm:prSet presAssocID="{8FC8985E-0ABA-44A0-A175-AE3C63F13F79}" presName="vert1" presStyleCnt="0"/>
      <dgm:spPr/>
    </dgm:pt>
    <dgm:pt modelId="{1704C318-8C84-4382-A973-C009946147E5}" type="pres">
      <dgm:prSet presAssocID="{2A7FA38D-893D-4050-A365-49CE1762A90F}" presName="thickLine" presStyleLbl="alignNode1" presStyleIdx="2" presStyleCnt="6"/>
      <dgm:spPr/>
    </dgm:pt>
    <dgm:pt modelId="{66C3062A-A9B8-4814-8709-DA24DB5A99E5}" type="pres">
      <dgm:prSet presAssocID="{2A7FA38D-893D-4050-A365-49CE1762A90F}" presName="horz1" presStyleCnt="0"/>
      <dgm:spPr/>
    </dgm:pt>
    <dgm:pt modelId="{7D01EFF7-B878-4288-A219-92621580E332}" type="pres">
      <dgm:prSet presAssocID="{2A7FA38D-893D-4050-A365-49CE1762A90F}" presName="tx1" presStyleLbl="revTx" presStyleIdx="2" presStyleCnt="6"/>
      <dgm:spPr/>
    </dgm:pt>
    <dgm:pt modelId="{CD71BC8C-7227-437A-95E6-6EDC3F0015B0}" type="pres">
      <dgm:prSet presAssocID="{2A7FA38D-893D-4050-A365-49CE1762A90F}" presName="vert1" presStyleCnt="0"/>
      <dgm:spPr/>
    </dgm:pt>
    <dgm:pt modelId="{56587E19-6CE4-4697-80B9-DEBDA2F1D364}" type="pres">
      <dgm:prSet presAssocID="{B2CFC768-AEA8-4DA1-8606-5B94FE80C26F}" presName="thickLine" presStyleLbl="alignNode1" presStyleIdx="3" presStyleCnt="6"/>
      <dgm:spPr/>
    </dgm:pt>
    <dgm:pt modelId="{AF73F7E1-82BA-439D-BB1C-71CBDD2637C2}" type="pres">
      <dgm:prSet presAssocID="{B2CFC768-AEA8-4DA1-8606-5B94FE80C26F}" presName="horz1" presStyleCnt="0"/>
      <dgm:spPr/>
    </dgm:pt>
    <dgm:pt modelId="{645D83ED-926B-41D3-9911-270AF5BC6338}" type="pres">
      <dgm:prSet presAssocID="{B2CFC768-AEA8-4DA1-8606-5B94FE80C26F}" presName="tx1" presStyleLbl="revTx" presStyleIdx="3" presStyleCnt="6"/>
      <dgm:spPr/>
    </dgm:pt>
    <dgm:pt modelId="{EB6F2B83-EDDC-4792-AF73-BF6993E6DB9C}" type="pres">
      <dgm:prSet presAssocID="{B2CFC768-AEA8-4DA1-8606-5B94FE80C26F}" presName="vert1" presStyleCnt="0"/>
      <dgm:spPr/>
    </dgm:pt>
    <dgm:pt modelId="{683694AB-550F-4DD1-97E7-4748059B631D}" type="pres">
      <dgm:prSet presAssocID="{A17F2D06-B779-45AF-B08E-3619764C52D9}" presName="thickLine" presStyleLbl="alignNode1" presStyleIdx="4" presStyleCnt="6"/>
      <dgm:spPr/>
    </dgm:pt>
    <dgm:pt modelId="{A0CB21F4-7487-4B5D-A758-4AFCA3AFF371}" type="pres">
      <dgm:prSet presAssocID="{A17F2D06-B779-45AF-B08E-3619764C52D9}" presName="horz1" presStyleCnt="0"/>
      <dgm:spPr/>
    </dgm:pt>
    <dgm:pt modelId="{D95E32F0-0E7F-40C8-9A15-3407B7CA8B6A}" type="pres">
      <dgm:prSet presAssocID="{A17F2D06-B779-45AF-B08E-3619764C52D9}" presName="tx1" presStyleLbl="revTx" presStyleIdx="4" presStyleCnt="6"/>
      <dgm:spPr/>
    </dgm:pt>
    <dgm:pt modelId="{C58F671F-2AFF-4530-946A-E7E43434FD68}" type="pres">
      <dgm:prSet presAssocID="{A17F2D06-B779-45AF-B08E-3619764C52D9}" presName="vert1" presStyleCnt="0"/>
      <dgm:spPr/>
    </dgm:pt>
    <dgm:pt modelId="{F343F5B2-9602-4F20-82C5-35F7B2E23985}" type="pres">
      <dgm:prSet presAssocID="{22BF3B4F-F260-459A-9061-373AC47AA8C4}" presName="thickLine" presStyleLbl="alignNode1" presStyleIdx="5" presStyleCnt="6"/>
      <dgm:spPr/>
    </dgm:pt>
    <dgm:pt modelId="{1825CAF8-667E-4C74-A100-184BE1F33006}" type="pres">
      <dgm:prSet presAssocID="{22BF3B4F-F260-459A-9061-373AC47AA8C4}" presName="horz1" presStyleCnt="0"/>
      <dgm:spPr/>
    </dgm:pt>
    <dgm:pt modelId="{9B9945D5-4D1E-4C1E-B43A-15B3E0C60123}" type="pres">
      <dgm:prSet presAssocID="{22BF3B4F-F260-459A-9061-373AC47AA8C4}" presName="tx1" presStyleLbl="revTx" presStyleIdx="5" presStyleCnt="6"/>
      <dgm:spPr/>
    </dgm:pt>
    <dgm:pt modelId="{7FF4840B-CE45-441A-8C1F-82DB3F9511C4}" type="pres">
      <dgm:prSet presAssocID="{22BF3B4F-F260-459A-9061-373AC47AA8C4}" presName="vert1" presStyleCnt="0"/>
      <dgm:spPr/>
    </dgm:pt>
  </dgm:ptLst>
  <dgm:cxnLst>
    <dgm:cxn modelId="{2106E63B-E371-49D9-8E3E-C785FFAA0E5C}" srcId="{9E9245F3-6762-41A0-A891-08FC8AE5ACC1}" destId="{A17F2D06-B779-45AF-B08E-3619764C52D9}" srcOrd="4" destOrd="0" parTransId="{41C8840D-876E-4395-A9EB-5ED87177C116}" sibTransId="{30E16C89-C1C7-489D-8C23-2F0AF9284FB8}"/>
    <dgm:cxn modelId="{47348E62-3E51-4460-9973-EFBE9F245DE1}" type="presOf" srcId="{8FC8985E-0ABA-44A0-A175-AE3C63F13F79}" destId="{9F1A3122-2B78-41B4-B104-404E80DBBCAF}" srcOrd="0" destOrd="0" presId="urn:microsoft.com/office/officeart/2008/layout/LinedList"/>
    <dgm:cxn modelId="{B392EB48-B7D7-4C1B-B8E0-4F8F941F243D}" srcId="{9E9245F3-6762-41A0-A891-08FC8AE5ACC1}" destId="{8FC8985E-0ABA-44A0-A175-AE3C63F13F79}" srcOrd="1" destOrd="0" parTransId="{93EF6385-06BB-438A-9E2F-49D44D2DA7E3}" sibTransId="{E5DEBAC7-213C-45A8-BEF6-8690D936080B}"/>
    <dgm:cxn modelId="{457C584A-2B47-49E7-BE67-D33CCA49BE24}" type="presOf" srcId="{2A7FA38D-893D-4050-A365-49CE1762A90F}" destId="{7D01EFF7-B878-4288-A219-92621580E332}" srcOrd="0" destOrd="0" presId="urn:microsoft.com/office/officeart/2008/layout/LinedList"/>
    <dgm:cxn modelId="{C87C7257-0F27-4EE8-A32A-C501BC85F9B3}" type="presOf" srcId="{A17F2D06-B779-45AF-B08E-3619764C52D9}" destId="{D95E32F0-0E7F-40C8-9A15-3407B7CA8B6A}" srcOrd="0" destOrd="0" presId="urn:microsoft.com/office/officeart/2008/layout/LinedList"/>
    <dgm:cxn modelId="{BB168177-E60A-4963-92FB-ABFA0D8FAD6D}" srcId="{9E9245F3-6762-41A0-A891-08FC8AE5ACC1}" destId="{44D22AB6-1526-4777-9818-D745FADA8E78}" srcOrd="0" destOrd="0" parTransId="{0FA56B02-CAFA-498E-8C3C-9859467939D9}" sibTransId="{1F65DC1F-86F8-4B05-A05B-A99B0B78B946}"/>
    <dgm:cxn modelId="{94930382-0853-47DF-BBF2-F8D2D13DCA57}" srcId="{9E9245F3-6762-41A0-A891-08FC8AE5ACC1}" destId="{2A7FA38D-893D-4050-A365-49CE1762A90F}" srcOrd="2" destOrd="0" parTransId="{A936B661-653C-4E1D-AD39-041494154D15}" sibTransId="{EAD77398-0399-443F-94F6-D642ACF7E02B}"/>
    <dgm:cxn modelId="{0745CABB-67AB-4EB0-BA38-EEDDC99A1A2C}" type="presOf" srcId="{B2CFC768-AEA8-4DA1-8606-5B94FE80C26F}" destId="{645D83ED-926B-41D3-9911-270AF5BC6338}" srcOrd="0" destOrd="0" presId="urn:microsoft.com/office/officeart/2008/layout/LinedList"/>
    <dgm:cxn modelId="{C8E3CCBF-84EC-4E51-9227-7B539F3E14EB}" srcId="{9E9245F3-6762-41A0-A891-08FC8AE5ACC1}" destId="{B2CFC768-AEA8-4DA1-8606-5B94FE80C26F}" srcOrd="3" destOrd="0" parTransId="{CE031787-13E2-4F73-BE1D-1C4E9682B979}" sibTransId="{613784D3-296A-4590-90EE-9D0A2F4AF730}"/>
    <dgm:cxn modelId="{6B3410D4-5005-4EDC-B4C0-AEB01A3BA39F}" type="presOf" srcId="{44D22AB6-1526-4777-9818-D745FADA8E78}" destId="{71E9296B-616A-446E-B45B-C9C2ADEC51E3}" srcOrd="0" destOrd="0" presId="urn:microsoft.com/office/officeart/2008/layout/LinedList"/>
    <dgm:cxn modelId="{374A6CD4-B620-4C20-80A3-34EC733B85CA}" type="presOf" srcId="{9E9245F3-6762-41A0-A891-08FC8AE5ACC1}" destId="{D59C8059-CA2E-420F-9010-99F492EF7343}" srcOrd="0" destOrd="0" presId="urn:microsoft.com/office/officeart/2008/layout/LinedList"/>
    <dgm:cxn modelId="{131326F2-EB23-4CDB-8F98-EE11A039206B}" type="presOf" srcId="{22BF3B4F-F260-459A-9061-373AC47AA8C4}" destId="{9B9945D5-4D1E-4C1E-B43A-15B3E0C60123}" srcOrd="0" destOrd="0" presId="urn:microsoft.com/office/officeart/2008/layout/LinedList"/>
    <dgm:cxn modelId="{765ED7FB-38A0-4EE5-8794-08DCE9FB1F73}" srcId="{9E9245F3-6762-41A0-A891-08FC8AE5ACC1}" destId="{22BF3B4F-F260-459A-9061-373AC47AA8C4}" srcOrd="5" destOrd="0" parTransId="{65EE0586-C503-4DE8-B604-0970886D07C9}" sibTransId="{E2DF29CC-5221-4BCD-9C29-BE3D3453FE60}"/>
    <dgm:cxn modelId="{D02B1D34-3D49-4F96-BA27-255AD32950B0}" type="presParOf" srcId="{D59C8059-CA2E-420F-9010-99F492EF7343}" destId="{39DFE00B-1792-47FB-BC28-BBEC7A8E4F60}" srcOrd="0" destOrd="0" presId="urn:microsoft.com/office/officeart/2008/layout/LinedList"/>
    <dgm:cxn modelId="{0C187686-23F1-4E7D-A9CB-5769F5A53A86}" type="presParOf" srcId="{D59C8059-CA2E-420F-9010-99F492EF7343}" destId="{7A2D4206-BA6A-4FAF-A93E-8D339D49242D}" srcOrd="1" destOrd="0" presId="urn:microsoft.com/office/officeart/2008/layout/LinedList"/>
    <dgm:cxn modelId="{07312CCA-5AE0-4AA9-A89F-C51802277E2A}" type="presParOf" srcId="{7A2D4206-BA6A-4FAF-A93E-8D339D49242D}" destId="{71E9296B-616A-446E-B45B-C9C2ADEC51E3}" srcOrd="0" destOrd="0" presId="urn:microsoft.com/office/officeart/2008/layout/LinedList"/>
    <dgm:cxn modelId="{7377D0B8-0256-4BCF-8887-EF75BF8C0689}" type="presParOf" srcId="{7A2D4206-BA6A-4FAF-A93E-8D339D49242D}" destId="{84403496-8C9D-441F-8E93-46C13340DFF6}" srcOrd="1" destOrd="0" presId="urn:microsoft.com/office/officeart/2008/layout/LinedList"/>
    <dgm:cxn modelId="{6AB0ADE4-7469-48B4-9B67-C43B10FAF50B}" type="presParOf" srcId="{D59C8059-CA2E-420F-9010-99F492EF7343}" destId="{E2C599C6-7959-4835-8824-EAE3F72DD977}" srcOrd="2" destOrd="0" presId="urn:microsoft.com/office/officeart/2008/layout/LinedList"/>
    <dgm:cxn modelId="{DB23547D-9C5A-4D55-89C1-C425EE7FE62B}" type="presParOf" srcId="{D59C8059-CA2E-420F-9010-99F492EF7343}" destId="{90F9E9F1-64ED-4E51-8C52-351C5613E357}" srcOrd="3" destOrd="0" presId="urn:microsoft.com/office/officeart/2008/layout/LinedList"/>
    <dgm:cxn modelId="{F3C43D53-D02C-412D-A979-6E2EC00BF08F}" type="presParOf" srcId="{90F9E9F1-64ED-4E51-8C52-351C5613E357}" destId="{9F1A3122-2B78-41B4-B104-404E80DBBCAF}" srcOrd="0" destOrd="0" presId="urn:microsoft.com/office/officeart/2008/layout/LinedList"/>
    <dgm:cxn modelId="{C73836B7-E9E3-4FDB-ADA5-96F42B87CB20}" type="presParOf" srcId="{90F9E9F1-64ED-4E51-8C52-351C5613E357}" destId="{BD64E2FB-3E5A-40C1-84DF-2CF20CB32C1C}" srcOrd="1" destOrd="0" presId="urn:microsoft.com/office/officeart/2008/layout/LinedList"/>
    <dgm:cxn modelId="{A0F8817F-11FA-4A36-84F1-EB9394C3C49E}" type="presParOf" srcId="{D59C8059-CA2E-420F-9010-99F492EF7343}" destId="{1704C318-8C84-4382-A973-C009946147E5}" srcOrd="4" destOrd="0" presId="urn:microsoft.com/office/officeart/2008/layout/LinedList"/>
    <dgm:cxn modelId="{2507456E-05A8-42F3-96E2-BA476FDAC0F5}" type="presParOf" srcId="{D59C8059-CA2E-420F-9010-99F492EF7343}" destId="{66C3062A-A9B8-4814-8709-DA24DB5A99E5}" srcOrd="5" destOrd="0" presId="urn:microsoft.com/office/officeart/2008/layout/LinedList"/>
    <dgm:cxn modelId="{86B3C42C-C0D7-48FB-A7F6-5A739F6895CF}" type="presParOf" srcId="{66C3062A-A9B8-4814-8709-DA24DB5A99E5}" destId="{7D01EFF7-B878-4288-A219-92621580E332}" srcOrd="0" destOrd="0" presId="urn:microsoft.com/office/officeart/2008/layout/LinedList"/>
    <dgm:cxn modelId="{6DF82263-D19B-4165-BE82-702E76634F58}" type="presParOf" srcId="{66C3062A-A9B8-4814-8709-DA24DB5A99E5}" destId="{CD71BC8C-7227-437A-95E6-6EDC3F0015B0}" srcOrd="1" destOrd="0" presId="urn:microsoft.com/office/officeart/2008/layout/LinedList"/>
    <dgm:cxn modelId="{47B40BCE-1CEC-4309-B53A-66E371A65DFE}" type="presParOf" srcId="{D59C8059-CA2E-420F-9010-99F492EF7343}" destId="{56587E19-6CE4-4697-80B9-DEBDA2F1D364}" srcOrd="6" destOrd="0" presId="urn:microsoft.com/office/officeart/2008/layout/LinedList"/>
    <dgm:cxn modelId="{682A8152-1157-4449-9D8B-F6B6FB5C6AC0}" type="presParOf" srcId="{D59C8059-CA2E-420F-9010-99F492EF7343}" destId="{AF73F7E1-82BA-439D-BB1C-71CBDD2637C2}" srcOrd="7" destOrd="0" presId="urn:microsoft.com/office/officeart/2008/layout/LinedList"/>
    <dgm:cxn modelId="{E30BC92C-421E-49E2-9F06-94349C473A2B}" type="presParOf" srcId="{AF73F7E1-82BA-439D-BB1C-71CBDD2637C2}" destId="{645D83ED-926B-41D3-9911-270AF5BC6338}" srcOrd="0" destOrd="0" presId="urn:microsoft.com/office/officeart/2008/layout/LinedList"/>
    <dgm:cxn modelId="{02DBB2C1-C4DF-45D4-8C35-B8CB3A659501}" type="presParOf" srcId="{AF73F7E1-82BA-439D-BB1C-71CBDD2637C2}" destId="{EB6F2B83-EDDC-4792-AF73-BF6993E6DB9C}" srcOrd="1" destOrd="0" presId="urn:microsoft.com/office/officeart/2008/layout/LinedList"/>
    <dgm:cxn modelId="{34E13D0D-05F8-4D0C-A114-CB838F1DB75B}" type="presParOf" srcId="{D59C8059-CA2E-420F-9010-99F492EF7343}" destId="{683694AB-550F-4DD1-97E7-4748059B631D}" srcOrd="8" destOrd="0" presId="urn:microsoft.com/office/officeart/2008/layout/LinedList"/>
    <dgm:cxn modelId="{45771DBD-AFF9-4743-B475-56E45FEA2F13}" type="presParOf" srcId="{D59C8059-CA2E-420F-9010-99F492EF7343}" destId="{A0CB21F4-7487-4B5D-A758-4AFCA3AFF371}" srcOrd="9" destOrd="0" presId="urn:microsoft.com/office/officeart/2008/layout/LinedList"/>
    <dgm:cxn modelId="{9E3CB42E-E2B1-4DBE-AC13-37B5F497041D}" type="presParOf" srcId="{A0CB21F4-7487-4B5D-A758-4AFCA3AFF371}" destId="{D95E32F0-0E7F-40C8-9A15-3407B7CA8B6A}" srcOrd="0" destOrd="0" presId="urn:microsoft.com/office/officeart/2008/layout/LinedList"/>
    <dgm:cxn modelId="{A67696D6-CC22-452C-A262-37BE5B8BD297}" type="presParOf" srcId="{A0CB21F4-7487-4B5D-A758-4AFCA3AFF371}" destId="{C58F671F-2AFF-4530-946A-E7E43434FD68}" srcOrd="1" destOrd="0" presId="urn:microsoft.com/office/officeart/2008/layout/LinedList"/>
    <dgm:cxn modelId="{248BA9A6-49C5-4AF3-B70B-1AEE4CD9A4F4}" type="presParOf" srcId="{D59C8059-CA2E-420F-9010-99F492EF7343}" destId="{F343F5B2-9602-4F20-82C5-35F7B2E23985}" srcOrd="10" destOrd="0" presId="urn:microsoft.com/office/officeart/2008/layout/LinedList"/>
    <dgm:cxn modelId="{90B54091-CB3A-4077-A39A-8CD97C69531D}" type="presParOf" srcId="{D59C8059-CA2E-420F-9010-99F492EF7343}" destId="{1825CAF8-667E-4C74-A100-184BE1F33006}" srcOrd="11" destOrd="0" presId="urn:microsoft.com/office/officeart/2008/layout/LinedList"/>
    <dgm:cxn modelId="{AF1C424F-811A-4A69-B165-171B98B92B34}" type="presParOf" srcId="{1825CAF8-667E-4C74-A100-184BE1F33006}" destId="{9B9945D5-4D1E-4C1E-B43A-15B3E0C60123}" srcOrd="0" destOrd="0" presId="urn:microsoft.com/office/officeart/2008/layout/LinedList"/>
    <dgm:cxn modelId="{6DDEF2B0-3B3E-4817-A5BC-1048E1917762}" type="presParOf" srcId="{1825CAF8-667E-4C74-A100-184BE1F33006}" destId="{7FF4840B-CE45-441A-8C1F-82DB3F9511C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9CFE84-6AD7-4D3F-AD67-1905B4F11521}">
      <dsp:nvSpPr>
        <dsp:cNvPr id="0" name=""/>
        <dsp:cNvSpPr/>
      </dsp:nvSpPr>
      <dsp:spPr>
        <a:xfrm>
          <a:off x="0" y="0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06E12-9885-41EA-A098-D3A2E9B6F17C}">
      <dsp:nvSpPr>
        <dsp:cNvPr id="0" name=""/>
        <dsp:cNvSpPr/>
      </dsp:nvSpPr>
      <dsp:spPr>
        <a:xfrm>
          <a:off x="0" y="0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Steps followed in Collab notebook:</a:t>
          </a:r>
        </a:p>
      </dsp:txBody>
      <dsp:txXfrm>
        <a:off x="0" y="0"/>
        <a:ext cx="3993357" cy="489942"/>
      </dsp:txXfrm>
    </dsp:sp>
    <dsp:sp modelId="{C2CFF11A-55DC-4AE9-9A6F-8F6C9013E708}">
      <dsp:nvSpPr>
        <dsp:cNvPr id="0" name=""/>
        <dsp:cNvSpPr/>
      </dsp:nvSpPr>
      <dsp:spPr>
        <a:xfrm>
          <a:off x="0" y="489942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A14BF-7331-48A7-A59C-867116CC645A}">
      <dsp:nvSpPr>
        <dsp:cNvPr id="0" name=""/>
        <dsp:cNvSpPr/>
      </dsp:nvSpPr>
      <dsp:spPr>
        <a:xfrm>
          <a:off x="0" y="489942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Load &amp; prepare data from MIMIC-IV demo.</a:t>
          </a:r>
        </a:p>
      </dsp:txBody>
      <dsp:txXfrm>
        <a:off x="0" y="489942"/>
        <a:ext cx="3993357" cy="489942"/>
      </dsp:txXfrm>
    </dsp:sp>
    <dsp:sp modelId="{3648B6A3-30D5-47A6-9C63-6A268ADEACF7}">
      <dsp:nvSpPr>
        <dsp:cNvPr id="0" name=""/>
        <dsp:cNvSpPr/>
      </dsp:nvSpPr>
      <dsp:spPr>
        <a:xfrm>
          <a:off x="0" y="979884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6A6A5-D1A0-4835-AF31-C714BDE9DB1D}">
      <dsp:nvSpPr>
        <dsp:cNvPr id="0" name=""/>
        <dsp:cNvSpPr/>
      </dsp:nvSpPr>
      <dsp:spPr>
        <a:xfrm>
          <a:off x="0" y="979884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Concatenate patient demographics, admissions, diagnoses, and prescriptions. </a:t>
          </a:r>
        </a:p>
      </dsp:txBody>
      <dsp:txXfrm>
        <a:off x="0" y="979884"/>
        <a:ext cx="3993357" cy="489942"/>
      </dsp:txXfrm>
    </dsp:sp>
    <dsp:sp modelId="{AC09D410-3681-48C4-AC70-8AE14E97E8DD}">
      <dsp:nvSpPr>
        <dsp:cNvPr id="0" name=""/>
        <dsp:cNvSpPr/>
      </dsp:nvSpPr>
      <dsp:spPr>
        <a:xfrm>
          <a:off x="0" y="1469826"/>
          <a:ext cx="399335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E9600B-1407-44CF-9135-2CB304EC4ECC}">
      <dsp:nvSpPr>
        <dsp:cNvPr id="0" name=""/>
        <dsp:cNvSpPr/>
      </dsp:nvSpPr>
      <dsp:spPr>
        <a:xfrm>
          <a:off x="0" y="1469826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One-hot encode categorical features.</a:t>
          </a:r>
        </a:p>
      </dsp:txBody>
      <dsp:txXfrm>
        <a:off x="0" y="1469826"/>
        <a:ext cx="3993357" cy="489942"/>
      </dsp:txXfrm>
    </dsp:sp>
    <dsp:sp modelId="{C0BD4AC7-C3DA-4252-A1D6-47AD767A4402}">
      <dsp:nvSpPr>
        <dsp:cNvPr id="0" name=""/>
        <dsp:cNvSpPr/>
      </dsp:nvSpPr>
      <dsp:spPr>
        <a:xfrm>
          <a:off x="0" y="1959769"/>
          <a:ext cx="399335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D5051-C917-4895-AAFE-8B19CD50C85E}">
      <dsp:nvSpPr>
        <dsp:cNvPr id="0" name=""/>
        <dsp:cNvSpPr/>
      </dsp:nvSpPr>
      <dsp:spPr>
        <a:xfrm>
          <a:off x="0" y="1959768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Set target = Aspirin prescription. </a:t>
          </a:r>
        </a:p>
      </dsp:txBody>
      <dsp:txXfrm>
        <a:off x="0" y="1959768"/>
        <a:ext cx="3993357" cy="489942"/>
      </dsp:txXfrm>
    </dsp:sp>
    <dsp:sp modelId="{149E31DD-DFF7-414F-883D-5E49A1E68126}">
      <dsp:nvSpPr>
        <dsp:cNvPr id="0" name=""/>
        <dsp:cNvSpPr/>
      </dsp:nvSpPr>
      <dsp:spPr>
        <a:xfrm>
          <a:off x="0" y="2449711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07B71-17C2-4D71-843E-CBFDDDCCBB2D}">
      <dsp:nvSpPr>
        <dsp:cNvPr id="0" name=""/>
        <dsp:cNvSpPr/>
      </dsp:nvSpPr>
      <dsp:spPr>
        <a:xfrm>
          <a:off x="0" y="2449711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Train–test split. </a:t>
          </a:r>
        </a:p>
      </dsp:txBody>
      <dsp:txXfrm>
        <a:off x="0" y="2449711"/>
        <a:ext cx="3993357" cy="489942"/>
      </dsp:txXfrm>
    </dsp:sp>
    <dsp:sp modelId="{8079A4F1-179B-4559-A297-786E2FCAE278}">
      <dsp:nvSpPr>
        <dsp:cNvPr id="0" name=""/>
        <dsp:cNvSpPr/>
      </dsp:nvSpPr>
      <dsp:spPr>
        <a:xfrm>
          <a:off x="0" y="2939653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2435-FC7A-462D-A709-4A4F5053A698}">
      <dsp:nvSpPr>
        <dsp:cNvPr id="0" name=""/>
        <dsp:cNvSpPr/>
      </dsp:nvSpPr>
      <dsp:spPr>
        <a:xfrm>
          <a:off x="0" y="2939653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Train Random Forest Classifier.</a:t>
          </a:r>
        </a:p>
      </dsp:txBody>
      <dsp:txXfrm>
        <a:off x="0" y="2939653"/>
        <a:ext cx="3993357" cy="489942"/>
      </dsp:txXfrm>
    </dsp:sp>
    <dsp:sp modelId="{1F732346-71AC-4F14-809F-4E0B6870AE23}">
      <dsp:nvSpPr>
        <dsp:cNvPr id="0" name=""/>
        <dsp:cNvSpPr/>
      </dsp:nvSpPr>
      <dsp:spPr>
        <a:xfrm>
          <a:off x="0" y="3429595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52F2F-FD02-493D-910E-8FD242BF5DCA}">
      <dsp:nvSpPr>
        <dsp:cNvPr id="0" name=""/>
        <dsp:cNvSpPr/>
      </dsp:nvSpPr>
      <dsp:spPr>
        <a:xfrm>
          <a:off x="0" y="3429595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Evaluate with accuracy, precision, recall, F1, ROC</a:t>
          </a:r>
        </a:p>
      </dsp:txBody>
      <dsp:txXfrm>
        <a:off x="0" y="3429595"/>
        <a:ext cx="3993357" cy="4899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BB39A4-E29A-46CB-B64A-3522D5BD3D3E}">
      <dsp:nvSpPr>
        <dsp:cNvPr id="0" name=""/>
        <dsp:cNvSpPr/>
      </dsp:nvSpPr>
      <dsp:spPr>
        <a:xfrm>
          <a:off x="0" y="335550"/>
          <a:ext cx="5175384" cy="11536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KGDNet integrates EHR data with medical knowledge graphs.</a:t>
          </a:r>
        </a:p>
      </dsp:txBody>
      <dsp:txXfrm>
        <a:off x="56315" y="391865"/>
        <a:ext cx="5062754" cy="1040990"/>
      </dsp:txXfrm>
    </dsp:sp>
    <dsp:sp modelId="{97FB72CC-E02E-4300-BB46-20C29D3014E3}">
      <dsp:nvSpPr>
        <dsp:cNvPr id="0" name=""/>
        <dsp:cNvSpPr/>
      </dsp:nvSpPr>
      <dsp:spPr>
        <a:xfrm>
          <a:off x="0" y="1572690"/>
          <a:ext cx="5175384" cy="115362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Uses GRU with attention for temporal learning.</a:t>
          </a:r>
        </a:p>
      </dsp:txBody>
      <dsp:txXfrm>
        <a:off x="56315" y="1629005"/>
        <a:ext cx="5062754" cy="1040990"/>
      </dsp:txXfrm>
    </dsp:sp>
    <dsp:sp modelId="{114A5F66-7B81-47C2-AFF9-4F40F96B2845}">
      <dsp:nvSpPr>
        <dsp:cNvPr id="0" name=""/>
        <dsp:cNvSpPr/>
      </dsp:nvSpPr>
      <dsp:spPr>
        <a:xfrm>
          <a:off x="0" y="2809830"/>
          <a:ext cx="5175384" cy="115362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Uses Graph Neural Networks for relational learning.</a:t>
          </a:r>
        </a:p>
      </dsp:txBody>
      <dsp:txXfrm>
        <a:off x="56315" y="2866145"/>
        <a:ext cx="5062754" cy="1040990"/>
      </dsp:txXfrm>
    </dsp:sp>
    <dsp:sp modelId="{2EE47A66-435A-46EC-86FF-E00F7A00840F}">
      <dsp:nvSpPr>
        <dsp:cNvPr id="0" name=""/>
        <dsp:cNvSpPr/>
      </dsp:nvSpPr>
      <dsp:spPr>
        <a:xfrm>
          <a:off x="0" y="4046970"/>
          <a:ext cx="5175384" cy="11536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Goal: Accurate and safer medicine recommendation.</a:t>
          </a:r>
        </a:p>
      </dsp:txBody>
      <dsp:txXfrm>
        <a:off x="56315" y="4103285"/>
        <a:ext cx="5062754" cy="10409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5D4C45-937B-46BE-81A9-9B2808F83389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61EB47-4A99-40E2-9F9E-5D4BBC4931CD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1. Patient visit sequences (EHR)</a:t>
          </a:r>
        </a:p>
      </dsp:txBody>
      <dsp:txXfrm>
        <a:off x="0" y="675"/>
        <a:ext cx="5175384" cy="1106957"/>
      </dsp:txXfrm>
    </dsp:sp>
    <dsp:sp modelId="{14502DA7-8F49-482F-9527-8F1616B7211A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E8AAAA-DDB9-4299-A4A4-E67EEF362D6C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2. Knowledge Graphs (Drugs, Diseases, Symptoms, DDI)</a:t>
          </a:r>
        </a:p>
      </dsp:txBody>
      <dsp:txXfrm>
        <a:off x="0" y="1107633"/>
        <a:ext cx="5175384" cy="1106957"/>
      </dsp:txXfrm>
    </dsp:sp>
    <dsp:sp modelId="{73097273-1B25-4D3A-9D00-D7EF3E73B002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7D7FCD-6F42-4ABF-8E96-82FF53A0567D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3. GRU + Attention mechanism</a:t>
          </a:r>
        </a:p>
      </dsp:txBody>
      <dsp:txXfrm>
        <a:off x="0" y="2214591"/>
        <a:ext cx="5175384" cy="1106957"/>
      </dsp:txXfrm>
    </dsp:sp>
    <dsp:sp modelId="{B87FC2B0-D957-492D-8486-DE9A5DDA2A74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860C97-E3EE-4DEE-AF7C-46BD9EA69409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4. Graph Neural Network (GNN)</a:t>
          </a:r>
        </a:p>
      </dsp:txBody>
      <dsp:txXfrm>
        <a:off x="0" y="3321549"/>
        <a:ext cx="5175384" cy="1106957"/>
      </dsp:txXfrm>
    </dsp:sp>
    <dsp:sp modelId="{441BBEDD-27BE-4738-8D21-0B205C299508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EDDA8-2E19-4222-9D2A-F8227F59F2A6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5. Medicine prediction layer</a:t>
          </a:r>
        </a:p>
      </dsp:txBody>
      <dsp:txXfrm>
        <a:off x="0" y="4428507"/>
        <a:ext cx="5175384" cy="11069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FED8A8-174E-40D5-AAAF-6156D78348CF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D72C6A-7781-4D85-B4A9-75DA4D387CAA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Patient visits processed sequentially.</a:t>
          </a:r>
        </a:p>
      </dsp:txBody>
      <dsp:txXfrm>
        <a:off x="0" y="675"/>
        <a:ext cx="5175384" cy="1106957"/>
      </dsp:txXfrm>
    </dsp:sp>
    <dsp:sp modelId="{63150B8D-A1AD-407D-A61F-A5F874C02998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0CBD6-2B39-458A-A2DB-5A1D587CC53E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Attention highlights important visits.</a:t>
          </a:r>
        </a:p>
      </dsp:txBody>
      <dsp:txXfrm>
        <a:off x="0" y="1107633"/>
        <a:ext cx="5175384" cy="1106957"/>
      </dsp:txXfrm>
    </dsp:sp>
    <dsp:sp modelId="{A0802A68-8129-4F33-839D-D51FD5DED54B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78307-316B-4AFC-8AD9-25867EA3C564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Knowledge Graph provides medical relations.</a:t>
          </a:r>
        </a:p>
      </dsp:txBody>
      <dsp:txXfrm>
        <a:off x="0" y="2214591"/>
        <a:ext cx="5175384" cy="1106957"/>
      </dsp:txXfrm>
    </dsp:sp>
    <dsp:sp modelId="{B4E456F3-19AC-40A2-B28F-7598DF1CA2AF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3DAC75-FB07-45B9-AA05-D61F60817FF1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GNN refines embeddings.</a:t>
          </a:r>
        </a:p>
      </dsp:txBody>
      <dsp:txXfrm>
        <a:off x="0" y="3321549"/>
        <a:ext cx="5175384" cy="1106957"/>
      </dsp:txXfrm>
    </dsp:sp>
    <dsp:sp modelId="{01553FF5-D46B-460C-8C23-78770027495C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A45523-2E19-431C-9AB1-6D7CFBA49009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Final fusion outputs medicine recommendations.</a:t>
          </a:r>
        </a:p>
      </dsp:txBody>
      <dsp:txXfrm>
        <a:off x="0" y="4428507"/>
        <a:ext cx="5175384" cy="11069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43DCCA-793A-45B4-8950-FB68A852B139}">
      <dsp:nvSpPr>
        <dsp:cNvPr id="0" name=""/>
        <dsp:cNvSpPr/>
      </dsp:nvSpPr>
      <dsp:spPr>
        <a:xfrm>
          <a:off x="0" y="30"/>
          <a:ext cx="5175384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Captures drug–drug interactions (DDI).</a:t>
          </a:r>
        </a:p>
      </dsp:txBody>
      <dsp:txXfrm>
        <a:off x="64083" y="64113"/>
        <a:ext cx="5047218" cy="1184574"/>
      </dsp:txXfrm>
    </dsp:sp>
    <dsp:sp modelId="{94BE0980-435D-4607-970A-2309455A0294}">
      <dsp:nvSpPr>
        <dsp:cNvPr id="0" name=""/>
        <dsp:cNvSpPr/>
      </dsp:nvSpPr>
      <dsp:spPr>
        <a:xfrm>
          <a:off x="0" y="1407810"/>
          <a:ext cx="5175384" cy="13127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Models drug–disease relationships.</a:t>
          </a:r>
        </a:p>
      </dsp:txBody>
      <dsp:txXfrm>
        <a:off x="64083" y="1471893"/>
        <a:ext cx="5047218" cy="1184574"/>
      </dsp:txXfrm>
    </dsp:sp>
    <dsp:sp modelId="{BC8C909F-CF14-4DA7-BEEB-22DD2AF078F8}">
      <dsp:nvSpPr>
        <dsp:cNvPr id="0" name=""/>
        <dsp:cNvSpPr/>
      </dsp:nvSpPr>
      <dsp:spPr>
        <a:xfrm>
          <a:off x="0" y="2815590"/>
          <a:ext cx="5175384" cy="13127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Improves safety and interpretability.</a:t>
          </a:r>
        </a:p>
      </dsp:txBody>
      <dsp:txXfrm>
        <a:off x="64083" y="2879673"/>
        <a:ext cx="5047218" cy="1184574"/>
      </dsp:txXfrm>
    </dsp:sp>
    <dsp:sp modelId="{6890DEC3-7E67-4EB6-BEE4-02B0758301EC}">
      <dsp:nvSpPr>
        <dsp:cNvPr id="0" name=""/>
        <dsp:cNvSpPr/>
      </dsp:nvSpPr>
      <dsp:spPr>
        <a:xfrm>
          <a:off x="0" y="4223370"/>
          <a:ext cx="5175384" cy="13127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Reduces harmful drug combinations.</a:t>
          </a:r>
        </a:p>
      </dsp:txBody>
      <dsp:txXfrm>
        <a:off x="64083" y="4287453"/>
        <a:ext cx="5047218" cy="11845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CD56B3-7E50-46A2-A192-AA2F0AD26E37}">
      <dsp:nvSpPr>
        <dsp:cNvPr id="0" name=""/>
        <dsp:cNvSpPr/>
      </dsp:nvSpPr>
      <dsp:spPr>
        <a:xfrm>
          <a:off x="0" y="48919"/>
          <a:ext cx="5000124" cy="103135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MIMIC-III:</a:t>
          </a:r>
        </a:p>
      </dsp:txBody>
      <dsp:txXfrm>
        <a:off x="50347" y="99266"/>
        <a:ext cx="4899430" cy="930660"/>
      </dsp:txXfrm>
    </dsp:sp>
    <dsp:sp modelId="{956B0C73-EE75-4FC9-AE62-2E6E44711C04}">
      <dsp:nvSpPr>
        <dsp:cNvPr id="0" name=""/>
        <dsp:cNvSpPr/>
      </dsp:nvSpPr>
      <dsp:spPr>
        <a:xfrm>
          <a:off x="0" y="1080274"/>
          <a:ext cx="5000124" cy="1646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54610" rIns="305816" bIns="54610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400" kern="1200"/>
            <a:t>ICU EHR data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400" kern="1200"/>
            <a:t>Diagnoses, procedures, medications</a:t>
          </a:r>
        </a:p>
      </dsp:txBody>
      <dsp:txXfrm>
        <a:off x="0" y="1080274"/>
        <a:ext cx="5000124" cy="1646685"/>
      </dsp:txXfrm>
    </dsp:sp>
    <dsp:sp modelId="{2660F56D-1287-44C2-9FA3-B91AE24EDFE5}">
      <dsp:nvSpPr>
        <dsp:cNvPr id="0" name=""/>
        <dsp:cNvSpPr/>
      </dsp:nvSpPr>
      <dsp:spPr>
        <a:xfrm>
          <a:off x="0" y="2726960"/>
          <a:ext cx="5000124" cy="1031354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MIMIC-IV:</a:t>
          </a:r>
        </a:p>
      </dsp:txBody>
      <dsp:txXfrm>
        <a:off x="50347" y="2777307"/>
        <a:ext cx="4899430" cy="930660"/>
      </dsp:txXfrm>
    </dsp:sp>
    <dsp:sp modelId="{41075A75-8298-4A53-8CD1-A193568C9139}">
      <dsp:nvSpPr>
        <dsp:cNvPr id="0" name=""/>
        <dsp:cNvSpPr/>
      </dsp:nvSpPr>
      <dsp:spPr>
        <a:xfrm>
          <a:off x="0" y="3758314"/>
          <a:ext cx="5000124" cy="1646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54610" rIns="305816" bIns="54610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400" kern="1200"/>
            <a:t>Updated and larger dataset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400" kern="1200"/>
            <a:t>Used for evaluation</a:t>
          </a:r>
        </a:p>
      </dsp:txBody>
      <dsp:txXfrm>
        <a:off x="0" y="3758314"/>
        <a:ext cx="5000124" cy="164668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1E2E42-6866-421D-9F32-1CD5B75305B3}">
      <dsp:nvSpPr>
        <dsp:cNvPr id="0" name=""/>
        <dsp:cNvSpPr/>
      </dsp:nvSpPr>
      <dsp:spPr>
        <a:xfrm>
          <a:off x="0" y="665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17E01F-FC6A-4F72-A517-8F9460451A93}">
      <dsp:nvSpPr>
        <dsp:cNvPr id="0" name=""/>
        <dsp:cNvSpPr/>
      </dsp:nvSpPr>
      <dsp:spPr>
        <a:xfrm>
          <a:off x="0" y="665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KGDNet Results:</a:t>
          </a:r>
        </a:p>
      </dsp:txBody>
      <dsp:txXfrm>
        <a:off x="0" y="665"/>
        <a:ext cx="5000124" cy="1090517"/>
      </dsp:txXfrm>
    </dsp:sp>
    <dsp:sp modelId="{14BE8FA8-3998-4D42-AFBE-CA9D18FCCEC0}">
      <dsp:nvSpPr>
        <dsp:cNvPr id="0" name=""/>
        <dsp:cNvSpPr/>
      </dsp:nvSpPr>
      <dsp:spPr>
        <a:xfrm>
          <a:off x="0" y="1091183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98B15FD-D501-4052-B1C3-91879869D5CB}">
      <dsp:nvSpPr>
        <dsp:cNvPr id="0" name=""/>
        <dsp:cNvSpPr/>
      </dsp:nvSpPr>
      <dsp:spPr>
        <a:xfrm>
          <a:off x="0" y="1091183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F1 Score ≈ 0.68</a:t>
          </a:r>
        </a:p>
      </dsp:txBody>
      <dsp:txXfrm>
        <a:off x="0" y="1091183"/>
        <a:ext cx="5000124" cy="1090517"/>
      </dsp:txXfrm>
    </dsp:sp>
    <dsp:sp modelId="{6D9B9EF4-22D5-47D6-A3D7-B9134CCE568E}">
      <dsp:nvSpPr>
        <dsp:cNvPr id="0" name=""/>
        <dsp:cNvSpPr/>
      </dsp:nvSpPr>
      <dsp:spPr>
        <a:xfrm>
          <a:off x="0" y="2181701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FF342B1-E618-4AF1-A969-C4E313D2F253}">
      <dsp:nvSpPr>
        <dsp:cNvPr id="0" name=""/>
        <dsp:cNvSpPr/>
      </dsp:nvSpPr>
      <dsp:spPr>
        <a:xfrm>
          <a:off x="0" y="2181701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Jaccard Similarity ≈ 0.52</a:t>
          </a:r>
        </a:p>
      </dsp:txBody>
      <dsp:txXfrm>
        <a:off x="0" y="2181701"/>
        <a:ext cx="5000124" cy="1090517"/>
      </dsp:txXfrm>
    </dsp:sp>
    <dsp:sp modelId="{E9EB8A3D-3C63-453E-83E6-77A7E94DC689}">
      <dsp:nvSpPr>
        <dsp:cNvPr id="0" name=""/>
        <dsp:cNvSpPr/>
      </dsp:nvSpPr>
      <dsp:spPr>
        <a:xfrm>
          <a:off x="0" y="3272218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F862135-0E48-42D2-920F-863208123383}">
      <dsp:nvSpPr>
        <dsp:cNvPr id="0" name=""/>
        <dsp:cNvSpPr/>
      </dsp:nvSpPr>
      <dsp:spPr>
        <a:xfrm>
          <a:off x="0" y="3272218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Lower DDI Rate</a:t>
          </a:r>
        </a:p>
      </dsp:txBody>
      <dsp:txXfrm>
        <a:off x="0" y="3272218"/>
        <a:ext cx="5000124" cy="1090517"/>
      </dsp:txXfrm>
    </dsp:sp>
    <dsp:sp modelId="{51BE7986-F766-4B39-A640-6475FC23CEB7}">
      <dsp:nvSpPr>
        <dsp:cNvPr id="0" name=""/>
        <dsp:cNvSpPr/>
      </dsp:nvSpPr>
      <dsp:spPr>
        <a:xfrm>
          <a:off x="0" y="4362736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58743E1-AE75-428D-A967-8B85EF2337DF}">
      <dsp:nvSpPr>
        <dsp:cNvPr id="0" name=""/>
        <dsp:cNvSpPr/>
      </dsp:nvSpPr>
      <dsp:spPr>
        <a:xfrm>
          <a:off x="0" y="4362736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Outperforms baseline models.</a:t>
          </a:r>
        </a:p>
      </dsp:txBody>
      <dsp:txXfrm>
        <a:off x="0" y="4362736"/>
        <a:ext cx="5000124" cy="109051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801327-70F1-44D5-84BF-830E1824C5DF}">
      <dsp:nvSpPr>
        <dsp:cNvPr id="0" name=""/>
        <dsp:cNvSpPr/>
      </dsp:nvSpPr>
      <dsp:spPr>
        <a:xfrm>
          <a:off x="0" y="36440"/>
          <a:ext cx="5000124" cy="173415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RETAIN: Interpretable but weak temporal modeling.</a:t>
          </a:r>
        </a:p>
      </dsp:txBody>
      <dsp:txXfrm>
        <a:off x="84655" y="121095"/>
        <a:ext cx="4830814" cy="1564849"/>
      </dsp:txXfrm>
    </dsp:sp>
    <dsp:sp modelId="{F58F8243-457E-4512-955A-A8911F710029}">
      <dsp:nvSpPr>
        <dsp:cNvPr id="0" name=""/>
        <dsp:cNvSpPr/>
      </dsp:nvSpPr>
      <dsp:spPr>
        <a:xfrm>
          <a:off x="0" y="1859880"/>
          <a:ext cx="5000124" cy="1734159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GAMENet &amp; MedGCN: Higher accuracy but safety issues.</a:t>
          </a:r>
        </a:p>
      </dsp:txBody>
      <dsp:txXfrm>
        <a:off x="84655" y="1944535"/>
        <a:ext cx="4830814" cy="1564849"/>
      </dsp:txXfrm>
    </dsp:sp>
    <dsp:sp modelId="{342EFB47-A819-4B53-8376-1A57FB38F702}">
      <dsp:nvSpPr>
        <dsp:cNvPr id="0" name=""/>
        <dsp:cNvSpPr/>
      </dsp:nvSpPr>
      <dsp:spPr>
        <a:xfrm>
          <a:off x="0" y="3683319"/>
          <a:ext cx="5000124" cy="173415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KGDNet: Best balance of accuracy and safety.</a:t>
          </a:r>
        </a:p>
      </dsp:txBody>
      <dsp:txXfrm>
        <a:off x="84655" y="3767974"/>
        <a:ext cx="4830814" cy="156484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A7DBEF-F26A-4F75-A213-8AD099D61710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E01A11-66D1-4642-A1B5-F8E751D7F3CA}">
      <dsp:nvSpPr>
        <dsp:cNvPr id="0" name=""/>
        <dsp:cNvSpPr/>
      </dsp:nvSpPr>
      <dsp:spPr>
        <a:xfrm>
          <a:off x="0" y="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Knowledge graph construction is complex.</a:t>
          </a:r>
        </a:p>
      </dsp:txBody>
      <dsp:txXfrm>
        <a:off x="0" y="0"/>
        <a:ext cx="5000124" cy="1363480"/>
      </dsp:txXfrm>
    </dsp:sp>
    <dsp:sp modelId="{FB299482-BB75-4A5F-B0BB-72861B2F5FF5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46C768-66D7-4526-8498-703447BA03E0}">
      <dsp:nvSpPr>
        <dsp:cNvPr id="0" name=""/>
        <dsp:cNvSpPr/>
      </dsp:nvSpPr>
      <dsp:spPr>
        <a:xfrm>
          <a:off x="0" y="136348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Scalability challenges.</a:t>
          </a:r>
        </a:p>
      </dsp:txBody>
      <dsp:txXfrm>
        <a:off x="0" y="1363480"/>
        <a:ext cx="5000124" cy="1363480"/>
      </dsp:txXfrm>
    </dsp:sp>
    <dsp:sp modelId="{7836B531-B8E8-40DA-ACA0-C006306EA26D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5F5E513-A08A-45ED-972D-043EA418E133}">
      <dsp:nvSpPr>
        <dsp:cNvPr id="0" name=""/>
        <dsp:cNvSpPr/>
      </dsp:nvSpPr>
      <dsp:spPr>
        <a:xfrm>
          <a:off x="0" y="272696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Limited generalization.</a:t>
          </a:r>
        </a:p>
      </dsp:txBody>
      <dsp:txXfrm>
        <a:off x="0" y="2726960"/>
        <a:ext cx="5000124" cy="1363480"/>
      </dsp:txXfrm>
    </dsp:sp>
    <dsp:sp modelId="{E5E540C0-DB6A-47FC-8314-7ECA86154F61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D53D4AF-E101-439E-8104-2DCBAC3C6D72}">
      <dsp:nvSpPr>
        <dsp:cNvPr id="0" name=""/>
        <dsp:cNvSpPr/>
      </dsp:nvSpPr>
      <dsp:spPr>
        <a:xfrm>
          <a:off x="0" y="409044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No real-world deployment yet.</a:t>
          </a:r>
        </a:p>
      </dsp:txBody>
      <dsp:txXfrm>
        <a:off x="0" y="4090440"/>
        <a:ext cx="5000124" cy="136348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D4D8AC-8754-477E-BACD-ABD13BB83729}">
      <dsp:nvSpPr>
        <dsp:cNvPr id="0" name=""/>
        <dsp:cNvSpPr/>
      </dsp:nvSpPr>
      <dsp:spPr>
        <a:xfrm>
          <a:off x="0" y="80644"/>
          <a:ext cx="5000124" cy="170469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KGDNet combines patient history with medical knowledge.</a:t>
          </a:r>
        </a:p>
      </dsp:txBody>
      <dsp:txXfrm>
        <a:off x="83216" y="163860"/>
        <a:ext cx="4833692" cy="1538258"/>
      </dsp:txXfrm>
    </dsp:sp>
    <dsp:sp modelId="{AC8D8439-76E7-4D3E-A213-F9BFD92A10A3}">
      <dsp:nvSpPr>
        <dsp:cNvPr id="0" name=""/>
        <dsp:cNvSpPr/>
      </dsp:nvSpPr>
      <dsp:spPr>
        <a:xfrm>
          <a:off x="0" y="1874614"/>
          <a:ext cx="5000124" cy="170469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Improves accuracy and patient safety.</a:t>
          </a:r>
        </a:p>
      </dsp:txBody>
      <dsp:txXfrm>
        <a:off x="83216" y="1957830"/>
        <a:ext cx="4833692" cy="1538258"/>
      </dsp:txXfrm>
    </dsp:sp>
    <dsp:sp modelId="{421E93A1-4C4F-4F33-A507-B2020A382F7D}">
      <dsp:nvSpPr>
        <dsp:cNvPr id="0" name=""/>
        <dsp:cNvSpPr/>
      </dsp:nvSpPr>
      <dsp:spPr>
        <a:xfrm>
          <a:off x="0" y="3668585"/>
          <a:ext cx="5000124" cy="170469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Promising future for AI-driven clinical decision systems.</a:t>
          </a:r>
        </a:p>
      </dsp:txBody>
      <dsp:txXfrm>
        <a:off x="83216" y="3751801"/>
        <a:ext cx="4833692" cy="153825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DFE00B-1792-47FB-BC28-BBEC7A8E4F60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1E9296B-616A-446E-B45B-C9C2ADEC51E3}">
      <dsp:nvSpPr>
        <dsp:cNvPr id="0" name=""/>
        <dsp:cNvSpPr/>
      </dsp:nvSpPr>
      <dsp:spPr>
        <a:xfrm>
          <a:off x="0" y="2663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1. Zhang et al., “KGDNet: Knowledge-Guided Drug Recommendation Network,” Scientific Reports, 2024.</a:t>
          </a:r>
        </a:p>
      </dsp:txBody>
      <dsp:txXfrm>
        <a:off x="0" y="2663"/>
        <a:ext cx="5000124" cy="908098"/>
      </dsp:txXfrm>
    </dsp:sp>
    <dsp:sp modelId="{E2C599C6-7959-4835-8824-EAE3F72DD977}">
      <dsp:nvSpPr>
        <dsp:cNvPr id="0" name=""/>
        <dsp:cNvSpPr/>
      </dsp:nvSpPr>
      <dsp:spPr>
        <a:xfrm>
          <a:off x="0" y="910762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F1A3122-2B78-41B4-B104-404E80DBBCAF}">
      <dsp:nvSpPr>
        <dsp:cNvPr id="0" name=""/>
        <dsp:cNvSpPr/>
      </dsp:nvSpPr>
      <dsp:spPr>
        <a:xfrm>
          <a:off x="0" y="910762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2. Lee et al., “GraphCare: Graph Neural Network for Drug Recommendation,” ICLR, 2024.</a:t>
          </a:r>
        </a:p>
      </dsp:txBody>
      <dsp:txXfrm>
        <a:off x="0" y="910762"/>
        <a:ext cx="5000124" cy="908098"/>
      </dsp:txXfrm>
    </dsp:sp>
    <dsp:sp modelId="{1704C318-8C84-4382-A973-C009946147E5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D01EFF7-B878-4288-A219-92621580E332}">
      <dsp:nvSpPr>
        <dsp:cNvPr id="0" name=""/>
        <dsp:cNvSpPr/>
      </dsp:nvSpPr>
      <dsp:spPr>
        <a:xfrm>
          <a:off x="0" y="1818861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3. Gupta et al., “KindMed: Knowledge-Integrated Drug Recommendation,” arXiv, 2023/24.</a:t>
          </a:r>
        </a:p>
      </dsp:txBody>
      <dsp:txXfrm>
        <a:off x="0" y="1818861"/>
        <a:ext cx="5000124" cy="908098"/>
      </dsp:txXfrm>
    </dsp:sp>
    <dsp:sp modelId="{56587E19-6CE4-4697-80B9-DEBDA2F1D364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5D83ED-926B-41D3-9911-270AF5BC6338}">
      <dsp:nvSpPr>
        <dsp:cNvPr id="0" name=""/>
        <dsp:cNvSpPr/>
      </dsp:nvSpPr>
      <dsp:spPr>
        <a:xfrm>
          <a:off x="0" y="2726960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4. Li et al., “MGRN: Multi-View Graph Retrieval Network,” Bioinformatics, 2024.</a:t>
          </a:r>
        </a:p>
      </dsp:txBody>
      <dsp:txXfrm>
        <a:off x="0" y="2726960"/>
        <a:ext cx="5000124" cy="908098"/>
      </dsp:txXfrm>
    </dsp:sp>
    <dsp:sp modelId="{683694AB-550F-4DD1-97E7-4748059B631D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95E32F0-0E7F-40C8-9A15-3407B7CA8B6A}">
      <dsp:nvSpPr>
        <dsp:cNvPr id="0" name=""/>
        <dsp:cNvSpPr/>
      </dsp:nvSpPr>
      <dsp:spPr>
        <a:xfrm>
          <a:off x="0" y="3635058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5. Wang et al., “BiMoRec: Bi-Modal Medication Recommendation,” arXiv, 2024/25.</a:t>
          </a:r>
        </a:p>
      </dsp:txBody>
      <dsp:txXfrm>
        <a:off x="0" y="3635058"/>
        <a:ext cx="5000124" cy="908098"/>
      </dsp:txXfrm>
    </dsp:sp>
    <dsp:sp modelId="{F343F5B2-9602-4F20-82C5-35F7B2E23985}">
      <dsp:nvSpPr>
        <dsp:cNvPr id="0" name=""/>
        <dsp:cNvSpPr/>
      </dsp:nvSpPr>
      <dsp:spPr>
        <a:xfrm>
          <a:off x="0" y="4543157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B9945D5-4D1E-4C1E-B43A-15B3E0C60123}">
      <dsp:nvSpPr>
        <dsp:cNvPr id="0" name=""/>
        <dsp:cNvSpPr/>
      </dsp:nvSpPr>
      <dsp:spPr>
        <a:xfrm>
          <a:off x="0" y="4543157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6. Johnson et al., “MIMIC-III &amp; MIMIC-IV Clinical Databases.”</a:t>
          </a:r>
        </a:p>
      </dsp:txBody>
      <dsp:txXfrm>
        <a:off x="0" y="4543157"/>
        <a:ext cx="5000124" cy="9080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KGDNet – Medicine Recommendation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100"/>
              <a:t>Names:</a:t>
            </a:r>
          </a:p>
          <a:p>
            <a:pPr marL="0" indent="0">
              <a:buNone/>
            </a:pPr>
            <a:r>
              <a:rPr lang="en-US" sz="2100"/>
              <a:t>Muhammad Zakariya (37581)</a:t>
            </a:r>
          </a:p>
          <a:p>
            <a:pPr marL="0" indent="0">
              <a:buNone/>
            </a:pPr>
            <a:r>
              <a:rPr lang="en-US" sz="2100"/>
              <a:t>Muhammad Mehtab Jabbar (37582)</a:t>
            </a:r>
          </a:p>
          <a:p>
            <a:pPr marL="0" indent="0">
              <a:buNone/>
            </a:pPr>
            <a:r>
              <a:rPr lang="en-US" sz="2100"/>
              <a:t>Muhammad Subhan Saeed (37819)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9BD8BD56-ED5E-8F76-8630-385B98044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Artificial Intelligence (AI) and Machine Learning (ML) are transforming healthcare.</a:t>
            </a:r>
          </a:p>
          <a:p>
            <a:r>
              <a:rPr lang="en-US" sz="1700"/>
              <a:t>Medicine Recommendation Systems assist doctors in selecting safe medicines.</a:t>
            </a:r>
          </a:p>
          <a:p>
            <a:r>
              <a:rPr lang="en-US" sz="1700"/>
              <a:t>Electronic Health Records (EHRs) provide rich patient data.</a:t>
            </a:r>
          </a:p>
          <a:p>
            <a:r>
              <a:rPr lang="en-US" sz="1700"/>
              <a:t>Traditional systems fail to capture full patient history.</a:t>
            </a:r>
          </a:p>
        </p:txBody>
      </p:sp>
      <p:pic>
        <p:nvPicPr>
          <p:cNvPr id="5" name="Picture 4" descr="Scan of a human brain in a neurology clinic">
            <a:extLst>
              <a:ext uri="{FF2B5EF4-FFF2-40B4-BE49-F238E27FC236}">
                <a16:creationId xmlns:a16="http://schemas.microsoft.com/office/drawing/2014/main" id="{1F9062CC-EEBE-2A6F-383D-5C7D9A93B8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716" r="228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Traditional systems:</a:t>
            </a:r>
          </a:p>
          <a:p>
            <a:r>
              <a:rPr lang="en-US" sz="1700"/>
              <a:t>Rely on static or rule-based logic</a:t>
            </a:r>
          </a:p>
          <a:p>
            <a:r>
              <a:rPr lang="en-US" sz="1700"/>
              <a:t>Ignore longitudinal patient records</a:t>
            </a:r>
          </a:p>
          <a:p>
            <a:r>
              <a:rPr lang="en-US" sz="1700"/>
              <a:t>Poor handling of Drug–Drug Interactions (DDIs)</a:t>
            </a:r>
          </a:p>
          <a:p>
            <a:r>
              <a:rPr lang="en-US" sz="1700"/>
              <a:t>This can lead to unsafe prescriptions.</a:t>
            </a:r>
          </a:p>
        </p:txBody>
      </p:sp>
      <p:pic>
        <p:nvPicPr>
          <p:cNvPr id="5" name="Picture 4" descr="Colorful pills stacked to make a bar graph">
            <a:extLst>
              <a:ext uri="{FF2B5EF4-FFF2-40B4-BE49-F238E27FC236}">
                <a16:creationId xmlns:a16="http://schemas.microsoft.com/office/drawing/2014/main" id="{13AF1669-84A5-C705-DBA8-EDBFD3D6C8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596" r="17519" b="-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01A6-D74A-3130-2F16-49B88DBCB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US" sz="3100"/>
              <a:t>Methodology 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97ABA9-0B6D-EB74-109B-0FF9593B68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48" r="40195" b="-2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A9E7C4-0E1B-68F0-A1CF-4BAFC36DD0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0169793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67618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 dirty="0"/>
              <a:t>Proposed Solution  </a:t>
            </a:r>
            <a:r>
              <a:rPr lang="en-US" sz="4700" dirty="0" err="1"/>
              <a:t>KGDNet</a:t>
            </a:r>
            <a:endParaRPr lang="en-US" sz="4700" dirty="0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BB0BBD5B-FE96-5CE5-11C1-1A5835D7F6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135834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600"/>
              <a:t>System Architecture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9E8128-8974-A1BC-D0B7-FD220C380A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973084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600"/>
              <a:t>Working Mechanism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E23351-E898-F13A-4CE0-9D19575665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902093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600"/>
              <a:t>Knowledge Graph Importance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98EE72-5DD3-3A62-B12B-F6C185E3D5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691876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Datasets Used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3BD23422-962D-94FC-3E8E-78C290D75C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122302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Results &amp; Performance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BEEF59-1058-0C94-C202-2534839585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318021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Comparison with Existing Models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FEA9AA-9000-0E5C-55A3-74EA9744B5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786851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167940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</a:rPr>
              <a:t>Limitations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2A1633-7E8D-5C56-9E54-F4D6FB520F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676531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386005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8F287C-5B39-EE83-D85F-AD380E998B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601405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386005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</a:rPr>
              <a:t>References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3C3CF0-A54F-56EB-33C4-3E18DD58E7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060110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1442</TotalTime>
  <Words>513</Words>
  <Application>Microsoft Office PowerPoint</Application>
  <PresentationFormat>On-screen Show (4:3)</PresentationFormat>
  <Paragraphs>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KGDNet – Medicine Recommendation System</vt:lpstr>
      <vt:lpstr>Introduction</vt:lpstr>
      <vt:lpstr>Problem Statement</vt:lpstr>
      <vt:lpstr>Methodology Flow</vt:lpstr>
      <vt:lpstr>Proposed Solution  KGDNet</vt:lpstr>
      <vt:lpstr>System Architecture</vt:lpstr>
      <vt:lpstr>Working Mechanism</vt:lpstr>
      <vt:lpstr>Knowledge Graph Importance</vt:lpstr>
      <vt:lpstr>Datasets Used</vt:lpstr>
      <vt:lpstr>Results &amp; Performance</vt:lpstr>
      <vt:lpstr>Comparison with Existing Models</vt:lpstr>
      <vt:lpstr>Limitations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zakariya khan</dc:creator>
  <cp:keywords/>
  <dc:description>generated using python-pptx</dc:description>
  <cp:lastModifiedBy>zakariya khan</cp:lastModifiedBy>
  <cp:revision>4</cp:revision>
  <dcterms:created xsi:type="dcterms:W3CDTF">2013-01-27T09:14:16Z</dcterms:created>
  <dcterms:modified xsi:type="dcterms:W3CDTF">2026-01-20T11:47:46Z</dcterms:modified>
  <cp:category/>
</cp:coreProperties>
</file>